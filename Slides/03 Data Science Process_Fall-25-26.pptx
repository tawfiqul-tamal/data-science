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686" r:id="rId1"/>
  </p:sldMasterIdLst>
  <p:notesMasterIdLst>
    <p:notesMasterId r:id="rId50"/>
  </p:notesMasterIdLst>
  <p:sldIdLst>
    <p:sldId id="267" r:id="rId2"/>
    <p:sldId id="290" r:id="rId3"/>
    <p:sldId id="306" r:id="rId4"/>
    <p:sldId id="264" r:id="rId5"/>
    <p:sldId id="304" r:id="rId6"/>
    <p:sldId id="263" r:id="rId7"/>
    <p:sldId id="265" r:id="rId8"/>
    <p:sldId id="285" r:id="rId9"/>
    <p:sldId id="286" r:id="rId10"/>
    <p:sldId id="287" r:id="rId11"/>
    <p:sldId id="293" r:id="rId12"/>
    <p:sldId id="294" r:id="rId13"/>
    <p:sldId id="295" r:id="rId14"/>
    <p:sldId id="296" r:id="rId15"/>
    <p:sldId id="307" r:id="rId16"/>
    <p:sldId id="308" r:id="rId17"/>
    <p:sldId id="309" r:id="rId18"/>
    <p:sldId id="288" r:id="rId19"/>
    <p:sldId id="289" r:id="rId20"/>
    <p:sldId id="266" r:id="rId21"/>
    <p:sldId id="268" r:id="rId22"/>
    <p:sldId id="310" r:id="rId23"/>
    <p:sldId id="269" r:id="rId24"/>
    <p:sldId id="305" r:id="rId25"/>
    <p:sldId id="270" r:id="rId26"/>
    <p:sldId id="271" r:id="rId27"/>
    <p:sldId id="272" r:id="rId28"/>
    <p:sldId id="299" r:id="rId29"/>
    <p:sldId id="300" r:id="rId30"/>
    <p:sldId id="301" r:id="rId31"/>
    <p:sldId id="302" r:id="rId32"/>
    <p:sldId id="303" r:id="rId33"/>
    <p:sldId id="273" r:id="rId34"/>
    <p:sldId id="274" r:id="rId35"/>
    <p:sldId id="311" r:id="rId36"/>
    <p:sldId id="275" r:id="rId37"/>
    <p:sldId id="276" r:id="rId38"/>
    <p:sldId id="312" r:id="rId39"/>
    <p:sldId id="313" r:id="rId40"/>
    <p:sldId id="277" r:id="rId41"/>
    <p:sldId id="278" r:id="rId42"/>
    <p:sldId id="279" r:id="rId43"/>
    <p:sldId id="298" r:id="rId44"/>
    <p:sldId id="280" r:id="rId45"/>
    <p:sldId id="281" r:id="rId46"/>
    <p:sldId id="282" r:id="rId47"/>
    <p:sldId id="283" r:id="rId48"/>
    <p:sldId id="284" r:id="rId49"/>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0305" autoAdjust="0"/>
  </p:normalViewPr>
  <p:slideViewPr>
    <p:cSldViewPr snapToGrid="0">
      <p:cViewPr varScale="1">
        <p:scale>
          <a:sx n="63" d="100"/>
          <a:sy n="63" d="100"/>
        </p:scale>
        <p:origin x="80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9C5A709-4ED1-9761-F0A8-ED320D8A288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a:extLst>
              <a:ext uri="{FF2B5EF4-FFF2-40B4-BE49-F238E27FC236}">
                <a16:creationId xmlns:a16="http://schemas.microsoft.com/office/drawing/2014/main" id="{F29FF065-EC66-52DA-61C1-EEA137532284}"/>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64B4844C-F50D-493E-B678-348ECC774926}" type="datetimeFigureOut">
              <a:rPr lang="en-US"/>
              <a:pPr>
                <a:defRPr/>
              </a:pPr>
              <a:t>2/8/2026</a:t>
            </a:fld>
            <a:endParaRPr lang="en-US"/>
          </a:p>
        </p:txBody>
      </p:sp>
      <p:sp>
        <p:nvSpPr>
          <p:cNvPr id="4" name="Slide Image Placeholder 3">
            <a:extLst>
              <a:ext uri="{FF2B5EF4-FFF2-40B4-BE49-F238E27FC236}">
                <a16:creationId xmlns:a16="http://schemas.microsoft.com/office/drawing/2014/main" id="{218160A5-D87A-12BA-90DF-2C256A242AFB}"/>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513D8381-0826-0636-B32A-67B0116F9AF7}"/>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FD5B339E-16C9-798E-FE9F-C91B00A3D3BC}"/>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a:extLst>
              <a:ext uri="{FF2B5EF4-FFF2-40B4-BE49-F238E27FC236}">
                <a16:creationId xmlns:a16="http://schemas.microsoft.com/office/drawing/2014/main" id="{2E246178-90A1-112A-2F23-5BBC672341E2}"/>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pPr>
              <a:defRPr/>
            </a:pPr>
            <a:fld id="{E7BE5F86-8D28-4481-A1A0-529AF6DDCD36}"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a:extLst>
              <a:ext uri="{FF2B5EF4-FFF2-40B4-BE49-F238E27FC236}">
                <a16:creationId xmlns:a16="http://schemas.microsoft.com/office/drawing/2014/main" id="{40E459BB-68DD-E6C2-C1EE-AB0E7ED0420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Notes Placeholder 2">
            <a:extLst>
              <a:ext uri="{FF2B5EF4-FFF2-40B4-BE49-F238E27FC236}">
                <a16:creationId xmlns:a16="http://schemas.microsoft.com/office/drawing/2014/main" id="{36E3D8F4-F2CC-1FDF-2250-38E96A24ECAA}"/>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AU" altLang="en-US"/>
              <a:t>https://www.quora.com/Can-someone-give-a-simple-example-for-data-information-knowledge-and-wisdom</a:t>
            </a:r>
          </a:p>
          <a:p>
            <a:endParaRPr lang="en-AU" altLang="en-US"/>
          </a:p>
        </p:txBody>
      </p:sp>
      <p:sp>
        <p:nvSpPr>
          <p:cNvPr id="8196" name="Slide Number Placeholder 3">
            <a:extLst>
              <a:ext uri="{FF2B5EF4-FFF2-40B4-BE49-F238E27FC236}">
                <a16:creationId xmlns:a16="http://schemas.microsoft.com/office/drawing/2014/main" id="{D4BB48ED-6B08-25D2-B273-3E37772A10C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44CDF6E3-0A0A-4359-96FC-3AD2D3ED18BB}" type="slidenum">
              <a:rPr lang="en-US" altLang="en-US" smtClean="0"/>
              <a:pPr/>
              <a:t>3</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F1866AD5-AA80-E5AC-818B-CFD384040CF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Notes Placeholder 2">
            <a:extLst>
              <a:ext uri="{FF2B5EF4-FFF2-40B4-BE49-F238E27FC236}">
                <a16:creationId xmlns:a16="http://schemas.microsoft.com/office/drawing/2014/main" id="{252BA3AB-C5DB-2BEA-4BF5-CA98CDD4261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AU" altLang="en-US"/>
              <a:t>https://www.javatpoint.com/regression-analysis-in-machine-learning</a:t>
            </a:r>
          </a:p>
        </p:txBody>
      </p:sp>
      <p:sp>
        <p:nvSpPr>
          <p:cNvPr id="21508" name="Slide Number Placeholder 3">
            <a:extLst>
              <a:ext uri="{FF2B5EF4-FFF2-40B4-BE49-F238E27FC236}">
                <a16:creationId xmlns:a16="http://schemas.microsoft.com/office/drawing/2014/main" id="{6A783515-C643-9519-DB1F-C61DEE425F52}"/>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15D8C09A-48AA-4822-9CE5-AA214AF6CE4B}" type="slidenum">
              <a:rPr lang="en-US" altLang="en-US" smtClean="0"/>
              <a:pPr/>
              <a:t>15</a:t>
            </a:fld>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a:extLst>
              <a:ext uri="{FF2B5EF4-FFF2-40B4-BE49-F238E27FC236}">
                <a16:creationId xmlns:a16="http://schemas.microsoft.com/office/drawing/2014/main" id="{B6A8C45B-FEC6-11B4-FCAC-97CB69FB414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Notes Placeholder 2">
            <a:extLst>
              <a:ext uri="{FF2B5EF4-FFF2-40B4-BE49-F238E27FC236}">
                <a16:creationId xmlns:a16="http://schemas.microsoft.com/office/drawing/2014/main" id="{FE25509B-4A36-1D36-FFB2-1957BF812CA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AU" altLang="en-US"/>
              <a:t>https://www.javatpoint.com/clustering-in-machine-learning</a:t>
            </a:r>
          </a:p>
        </p:txBody>
      </p:sp>
      <p:sp>
        <p:nvSpPr>
          <p:cNvPr id="24580" name="Slide Number Placeholder 3">
            <a:extLst>
              <a:ext uri="{FF2B5EF4-FFF2-40B4-BE49-F238E27FC236}">
                <a16:creationId xmlns:a16="http://schemas.microsoft.com/office/drawing/2014/main" id="{CCCA73C2-0166-EF97-CCAD-762D8D10807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A7F33B7C-A0CB-4F5C-97F8-B11FBA6BF37B}" type="slidenum">
              <a:rPr lang="en-US" altLang="en-US" smtClean="0"/>
              <a:pPr/>
              <a:t>17</a:t>
            </a:fld>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a:extLst>
              <a:ext uri="{FF2B5EF4-FFF2-40B4-BE49-F238E27FC236}">
                <a16:creationId xmlns:a16="http://schemas.microsoft.com/office/drawing/2014/main" id="{BF9F6262-05EF-CBB5-EF1B-B87699D09A7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Notes Placeholder 2">
            <a:extLst>
              <a:ext uri="{FF2B5EF4-FFF2-40B4-BE49-F238E27FC236}">
                <a16:creationId xmlns:a16="http://schemas.microsoft.com/office/drawing/2014/main" id="{20AFE208-58D5-DBAA-D782-19438266A2D2}"/>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AU" altLang="en-US"/>
              <a:t>https://medium.com/swlh/data-normalisation-with-r-6ef1d1947970</a:t>
            </a:r>
          </a:p>
        </p:txBody>
      </p:sp>
      <p:sp>
        <p:nvSpPr>
          <p:cNvPr id="44036" name="Slide Number Placeholder 3">
            <a:extLst>
              <a:ext uri="{FF2B5EF4-FFF2-40B4-BE49-F238E27FC236}">
                <a16:creationId xmlns:a16="http://schemas.microsoft.com/office/drawing/2014/main" id="{7F4235A8-CEAC-4160-0FDC-319641831AA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F500D402-D279-4FA2-93F4-8590B6F72F5F}" type="slidenum">
              <a:rPr lang="en-US" altLang="en-US" smtClean="0"/>
              <a:pPr/>
              <a:t>35</a:t>
            </a:fld>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a:extLst>
              <a:ext uri="{FF2B5EF4-FFF2-40B4-BE49-F238E27FC236}">
                <a16:creationId xmlns:a16="http://schemas.microsoft.com/office/drawing/2014/main" id="{5540D519-83A4-924A-7FE1-F1C86CA8EB1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Notes Placeholder 2">
            <a:extLst>
              <a:ext uri="{FF2B5EF4-FFF2-40B4-BE49-F238E27FC236}">
                <a16:creationId xmlns:a16="http://schemas.microsoft.com/office/drawing/2014/main" id="{2E743864-4D1B-AE80-8298-BCE6950D5BC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AU" altLang="en-US"/>
              <a:t>https://www.machinelearningplus.com/machine-learning/feature-selection/</a:t>
            </a:r>
          </a:p>
        </p:txBody>
      </p:sp>
      <p:sp>
        <p:nvSpPr>
          <p:cNvPr id="48132" name="Slide Number Placeholder 3">
            <a:extLst>
              <a:ext uri="{FF2B5EF4-FFF2-40B4-BE49-F238E27FC236}">
                <a16:creationId xmlns:a16="http://schemas.microsoft.com/office/drawing/2014/main" id="{1E9058EE-839C-251F-CD3E-5557EFB3692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2775B81B-A91F-41F2-AECD-B1391BBA7895}" type="slidenum">
              <a:rPr lang="en-US" altLang="en-US" smtClean="0"/>
              <a:pPr/>
              <a:t>38</a:t>
            </a:fld>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a:extLst>
              <a:ext uri="{FF2B5EF4-FFF2-40B4-BE49-F238E27FC236}">
                <a16:creationId xmlns:a16="http://schemas.microsoft.com/office/drawing/2014/main" id="{F9974A1F-8510-4CC9-A65A-9FE5166E8BED}"/>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Notes Placeholder 2">
            <a:extLst>
              <a:ext uri="{FF2B5EF4-FFF2-40B4-BE49-F238E27FC236}">
                <a16:creationId xmlns:a16="http://schemas.microsoft.com/office/drawing/2014/main" id="{C1A0784C-7881-F91F-1474-F75E9279D2FA}"/>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AU" altLang="en-US"/>
              <a:t>https://www.machinelearningplus.com/machine-learning/feature-selection/</a:t>
            </a:r>
          </a:p>
        </p:txBody>
      </p:sp>
      <p:sp>
        <p:nvSpPr>
          <p:cNvPr id="50180" name="Slide Number Placeholder 3">
            <a:extLst>
              <a:ext uri="{FF2B5EF4-FFF2-40B4-BE49-F238E27FC236}">
                <a16:creationId xmlns:a16="http://schemas.microsoft.com/office/drawing/2014/main" id="{FB4588D1-142A-6C01-0171-1D2140D4AD3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CDDB7874-F470-4740-9D3B-DD0AA233FA30}" type="slidenum">
              <a:rPr lang="en-US" altLang="en-US" smtClean="0"/>
              <a:pPr/>
              <a:t>39</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69E1ADF-0790-384D-A544-CC8104BEF2CC}"/>
              </a:ext>
            </a:extLst>
          </p:cNvPr>
          <p:cNvSpPr>
            <a:spLocks noChangeAspect="1"/>
          </p:cNvSpPr>
          <p:nvPr/>
        </p:nvSpPr>
        <p:spPr>
          <a:xfrm>
            <a:off x="231775" y="244475"/>
            <a:ext cx="11723688" cy="6376988"/>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sp>
      <p:cxnSp>
        <p:nvCxnSpPr>
          <p:cNvPr id="5" name="Straight Connector 4">
            <a:extLst>
              <a:ext uri="{FF2B5EF4-FFF2-40B4-BE49-F238E27FC236}">
                <a16:creationId xmlns:a16="http://schemas.microsoft.com/office/drawing/2014/main" id="{5D7CF6D9-F60F-69E7-86C6-E6BB24A2BE1A}"/>
              </a:ext>
            </a:extLst>
          </p:cNvPr>
          <p:cNvCxnSpPr/>
          <p:nvPr/>
        </p:nvCxnSpPr>
        <p:spPr>
          <a:xfrm>
            <a:off x="1978025" y="37338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6" name="Date Placeholder 3">
            <a:extLst>
              <a:ext uri="{FF2B5EF4-FFF2-40B4-BE49-F238E27FC236}">
                <a16:creationId xmlns:a16="http://schemas.microsoft.com/office/drawing/2014/main" id="{A6C43330-58A1-4DD8-5457-D843950D760D}"/>
              </a:ext>
            </a:extLst>
          </p:cNvPr>
          <p:cNvSpPr>
            <a:spLocks noGrp="1"/>
          </p:cNvSpPr>
          <p:nvPr>
            <p:ph type="dt" sz="half" idx="10"/>
          </p:nvPr>
        </p:nvSpPr>
        <p:spPr/>
        <p:txBody>
          <a:bodyPr/>
          <a:lstStyle>
            <a:lvl1pPr>
              <a:defRPr>
                <a:solidFill>
                  <a:schemeClr val="tx1"/>
                </a:solidFill>
              </a:defRPr>
            </a:lvl1pPr>
          </a:lstStyle>
          <a:p>
            <a:pPr>
              <a:defRPr/>
            </a:pPr>
            <a:fld id="{0BBAEF0D-39EE-43C9-9B86-8AB712ED8C76}" type="datetimeFigureOut">
              <a:rPr lang="en-US"/>
              <a:pPr>
                <a:defRPr/>
              </a:pPr>
              <a:t>2/8/2026</a:t>
            </a:fld>
            <a:endParaRPr lang="en-US"/>
          </a:p>
        </p:txBody>
      </p:sp>
      <p:sp>
        <p:nvSpPr>
          <p:cNvPr id="7" name="Footer Placeholder 4">
            <a:extLst>
              <a:ext uri="{FF2B5EF4-FFF2-40B4-BE49-F238E27FC236}">
                <a16:creationId xmlns:a16="http://schemas.microsoft.com/office/drawing/2014/main" id="{9B34FDD1-B302-3525-8500-6A2B6DD1A40B}"/>
              </a:ext>
            </a:extLst>
          </p:cNvPr>
          <p:cNvSpPr>
            <a:spLocks noGrp="1"/>
          </p:cNvSpPr>
          <p:nvPr>
            <p:ph type="ftr" sz="quarter" idx="11"/>
          </p:nvPr>
        </p:nvSpPr>
        <p:spPr/>
        <p:txBody>
          <a:bodyPr/>
          <a:lstStyle>
            <a:lvl1pPr>
              <a:defRPr>
                <a:solidFill>
                  <a:schemeClr val="tx1"/>
                </a:solidFill>
              </a:defRPr>
            </a:lvl1pPr>
          </a:lstStyle>
          <a:p>
            <a:pPr>
              <a:defRPr/>
            </a:pPr>
            <a:endParaRPr lang="en-US"/>
          </a:p>
        </p:txBody>
      </p:sp>
      <p:sp>
        <p:nvSpPr>
          <p:cNvPr id="8" name="Slide Number Placeholder 5">
            <a:extLst>
              <a:ext uri="{FF2B5EF4-FFF2-40B4-BE49-F238E27FC236}">
                <a16:creationId xmlns:a16="http://schemas.microsoft.com/office/drawing/2014/main" id="{15932382-6FFF-7BEA-475B-9D9CA20AAB39}"/>
              </a:ext>
            </a:extLst>
          </p:cNvPr>
          <p:cNvSpPr>
            <a:spLocks noGrp="1"/>
          </p:cNvSpPr>
          <p:nvPr>
            <p:ph type="sldNum" sz="quarter" idx="12"/>
          </p:nvPr>
        </p:nvSpPr>
        <p:spPr/>
        <p:txBody>
          <a:bodyPr/>
          <a:lstStyle>
            <a:lvl1pPr>
              <a:defRPr/>
            </a:lvl1pPr>
          </a:lstStyle>
          <a:p>
            <a:pPr>
              <a:defRPr/>
            </a:pPr>
            <a:fld id="{5AE7A15B-FC11-4360-87CB-F21D1166E5C4}" type="slidenum">
              <a:rPr lang="en-US" altLang="en-US"/>
              <a:pPr>
                <a:defRPr/>
              </a:pPr>
              <a:t>‹#›</a:t>
            </a:fld>
            <a:endParaRPr lang="en-US" altLang="en-US"/>
          </a:p>
        </p:txBody>
      </p:sp>
    </p:spTree>
    <p:extLst>
      <p:ext uri="{BB962C8B-B14F-4D97-AF65-F5344CB8AC3E}">
        <p14:creationId xmlns:p14="http://schemas.microsoft.com/office/powerpoint/2010/main" val="40202601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4A1FE0A-F07B-D5F4-8E35-8EC7899FB5C1}"/>
              </a:ext>
            </a:extLst>
          </p:cNvPr>
          <p:cNvSpPr>
            <a:spLocks noGrp="1"/>
          </p:cNvSpPr>
          <p:nvPr>
            <p:ph type="dt" sz="half" idx="10"/>
          </p:nvPr>
        </p:nvSpPr>
        <p:spPr/>
        <p:txBody>
          <a:bodyPr/>
          <a:lstStyle>
            <a:lvl1pPr>
              <a:defRPr/>
            </a:lvl1pPr>
          </a:lstStyle>
          <a:p>
            <a:pPr>
              <a:defRPr/>
            </a:pPr>
            <a:fld id="{7301F365-113F-4A1C-945E-4FB333ABBD94}" type="datetimeFigureOut">
              <a:rPr lang="en-US"/>
              <a:pPr>
                <a:defRPr/>
              </a:pPr>
              <a:t>2/8/2026</a:t>
            </a:fld>
            <a:endParaRPr lang="en-US"/>
          </a:p>
        </p:txBody>
      </p:sp>
      <p:sp>
        <p:nvSpPr>
          <p:cNvPr id="5" name="Footer Placeholder 4">
            <a:extLst>
              <a:ext uri="{FF2B5EF4-FFF2-40B4-BE49-F238E27FC236}">
                <a16:creationId xmlns:a16="http://schemas.microsoft.com/office/drawing/2014/main" id="{24407D44-D4A1-A22B-EB57-2E6B3DB5C8A8}"/>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4E51065-69BE-3F29-3A4D-59355A55DE39}"/>
              </a:ext>
            </a:extLst>
          </p:cNvPr>
          <p:cNvSpPr>
            <a:spLocks noGrp="1"/>
          </p:cNvSpPr>
          <p:nvPr>
            <p:ph type="sldNum" sz="quarter" idx="12"/>
          </p:nvPr>
        </p:nvSpPr>
        <p:spPr/>
        <p:txBody>
          <a:bodyPr/>
          <a:lstStyle>
            <a:lvl1pPr>
              <a:defRPr/>
            </a:lvl1pPr>
          </a:lstStyle>
          <a:p>
            <a:pPr>
              <a:defRPr/>
            </a:pPr>
            <a:fld id="{B3950CD5-B391-4A31-AE42-CB26DF96EF3C}" type="slidenum">
              <a:rPr lang="en-US" altLang="en-US"/>
              <a:pPr>
                <a:defRPr/>
              </a:pPr>
              <a:t>‹#›</a:t>
            </a:fld>
            <a:endParaRPr lang="en-US" altLang="en-US"/>
          </a:p>
        </p:txBody>
      </p:sp>
    </p:spTree>
    <p:extLst>
      <p:ext uri="{BB962C8B-B14F-4D97-AF65-F5344CB8AC3E}">
        <p14:creationId xmlns:p14="http://schemas.microsoft.com/office/powerpoint/2010/main" val="20761484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0E684849-3ED5-B22C-2A7C-89BAC7D319D7}"/>
              </a:ext>
            </a:extLst>
          </p:cNvPr>
          <p:cNvCxnSpPr/>
          <p:nvPr/>
        </p:nvCxnSpPr>
        <p:spPr>
          <a:xfrm>
            <a:off x="1981200" y="402113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ormAutofit/>
          </a:bodyPr>
          <a:lstStyle>
            <a:lvl1pPr marL="0" indent="0" algn="ctr">
              <a:buNone/>
              <a:defRPr sz="22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Date Placeholder 3">
            <a:extLst>
              <a:ext uri="{FF2B5EF4-FFF2-40B4-BE49-F238E27FC236}">
                <a16:creationId xmlns:a16="http://schemas.microsoft.com/office/drawing/2014/main" id="{B6495A59-6E80-096F-D567-A95A90D32D4F}"/>
              </a:ext>
            </a:extLst>
          </p:cNvPr>
          <p:cNvSpPr>
            <a:spLocks noGrp="1"/>
          </p:cNvSpPr>
          <p:nvPr>
            <p:ph type="dt" sz="half" idx="10"/>
          </p:nvPr>
        </p:nvSpPr>
        <p:spPr/>
        <p:txBody>
          <a:bodyPr/>
          <a:lstStyle>
            <a:lvl1pPr>
              <a:defRPr/>
            </a:lvl1pPr>
          </a:lstStyle>
          <a:p>
            <a:pPr>
              <a:defRPr/>
            </a:pPr>
            <a:fld id="{596859D0-A48D-412F-9D58-49DC09C8F675}" type="datetimeFigureOut">
              <a:rPr lang="en-US"/>
              <a:pPr>
                <a:defRPr/>
              </a:pPr>
              <a:t>2/8/2026</a:t>
            </a:fld>
            <a:endParaRPr lang="en-US"/>
          </a:p>
        </p:txBody>
      </p:sp>
      <p:sp>
        <p:nvSpPr>
          <p:cNvPr id="6" name="Footer Placeholder 4">
            <a:extLst>
              <a:ext uri="{FF2B5EF4-FFF2-40B4-BE49-F238E27FC236}">
                <a16:creationId xmlns:a16="http://schemas.microsoft.com/office/drawing/2014/main" id="{BD4310EC-C592-10FE-AE05-95DC26DAE0BA}"/>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A4744406-FAFE-D6CA-1583-AA38585D5EC0}"/>
              </a:ext>
            </a:extLst>
          </p:cNvPr>
          <p:cNvSpPr>
            <a:spLocks noGrp="1"/>
          </p:cNvSpPr>
          <p:nvPr>
            <p:ph type="sldNum" sz="quarter" idx="12"/>
          </p:nvPr>
        </p:nvSpPr>
        <p:spPr/>
        <p:txBody>
          <a:bodyPr/>
          <a:lstStyle>
            <a:lvl1pPr>
              <a:defRPr/>
            </a:lvl1pPr>
          </a:lstStyle>
          <a:p>
            <a:pPr>
              <a:defRPr/>
            </a:pPr>
            <a:fld id="{7C842B62-EE99-4813-9490-22F6CFC251CD}" type="slidenum">
              <a:rPr lang="en-US" altLang="en-US"/>
              <a:pPr>
                <a:defRPr/>
              </a:pPr>
              <a:t>‹#›</a:t>
            </a:fld>
            <a:endParaRPr lang="en-US" altLang="en-US"/>
          </a:p>
        </p:txBody>
      </p:sp>
    </p:spTree>
    <p:extLst>
      <p:ext uri="{BB962C8B-B14F-4D97-AF65-F5344CB8AC3E}">
        <p14:creationId xmlns:p14="http://schemas.microsoft.com/office/powerpoint/2010/main" val="12428288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3">
            <a:extLst>
              <a:ext uri="{FF2B5EF4-FFF2-40B4-BE49-F238E27FC236}">
                <a16:creationId xmlns:a16="http://schemas.microsoft.com/office/drawing/2014/main" id="{8F0B556E-C2CB-43EE-2B96-3E88ABDB9455}"/>
              </a:ext>
            </a:extLst>
          </p:cNvPr>
          <p:cNvSpPr>
            <a:spLocks noGrp="1"/>
          </p:cNvSpPr>
          <p:nvPr>
            <p:ph type="dt" sz="half" idx="10"/>
          </p:nvPr>
        </p:nvSpPr>
        <p:spPr/>
        <p:txBody>
          <a:bodyPr/>
          <a:lstStyle>
            <a:lvl1pPr>
              <a:defRPr/>
            </a:lvl1pPr>
          </a:lstStyle>
          <a:p>
            <a:pPr>
              <a:defRPr/>
            </a:pPr>
            <a:fld id="{B58A8AC4-EF3F-4462-B963-EFCC49968CD0}" type="datetimeFigureOut">
              <a:rPr lang="en-US"/>
              <a:pPr>
                <a:defRPr/>
              </a:pPr>
              <a:t>2/8/2026</a:t>
            </a:fld>
            <a:endParaRPr lang="en-US"/>
          </a:p>
        </p:txBody>
      </p:sp>
      <p:sp>
        <p:nvSpPr>
          <p:cNvPr id="5" name="Footer Placeholder 4">
            <a:extLst>
              <a:ext uri="{FF2B5EF4-FFF2-40B4-BE49-F238E27FC236}">
                <a16:creationId xmlns:a16="http://schemas.microsoft.com/office/drawing/2014/main" id="{808941FC-590A-E584-FA5C-987379F10535}"/>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9CC35CC-2A96-23FA-075C-8F14E7C7E8B7}"/>
              </a:ext>
            </a:extLst>
          </p:cNvPr>
          <p:cNvSpPr>
            <a:spLocks noGrp="1"/>
          </p:cNvSpPr>
          <p:nvPr>
            <p:ph type="sldNum" sz="quarter" idx="12"/>
          </p:nvPr>
        </p:nvSpPr>
        <p:spPr/>
        <p:txBody>
          <a:bodyPr/>
          <a:lstStyle>
            <a:lvl1pPr>
              <a:defRPr/>
            </a:lvl1pPr>
          </a:lstStyle>
          <a:p>
            <a:pPr>
              <a:defRPr/>
            </a:pPr>
            <a:fld id="{57E61531-A16C-432F-B384-D99B62D9EF64}" type="slidenum">
              <a:rPr lang="en-US" altLang="en-US"/>
              <a:pPr>
                <a:defRPr/>
              </a:pPr>
              <a:t>‹#›</a:t>
            </a:fld>
            <a:endParaRPr lang="en-US" altLang="en-US"/>
          </a:p>
        </p:txBody>
      </p:sp>
    </p:spTree>
    <p:extLst>
      <p:ext uri="{BB962C8B-B14F-4D97-AF65-F5344CB8AC3E}">
        <p14:creationId xmlns:p14="http://schemas.microsoft.com/office/powerpoint/2010/main" val="27597773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3">
            <a:extLst>
              <a:ext uri="{FF2B5EF4-FFF2-40B4-BE49-F238E27FC236}">
                <a16:creationId xmlns:a16="http://schemas.microsoft.com/office/drawing/2014/main" id="{2B0DB036-4F72-AE68-D09A-59537B7FACCB}"/>
              </a:ext>
            </a:extLst>
          </p:cNvPr>
          <p:cNvSpPr>
            <a:spLocks noGrp="1"/>
          </p:cNvSpPr>
          <p:nvPr>
            <p:ph type="dt" sz="half" idx="10"/>
          </p:nvPr>
        </p:nvSpPr>
        <p:spPr/>
        <p:txBody>
          <a:bodyPr/>
          <a:lstStyle>
            <a:lvl1pPr>
              <a:defRPr/>
            </a:lvl1pPr>
          </a:lstStyle>
          <a:p>
            <a:pPr>
              <a:defRPr/>
            </a:pPr>
            <a:fld id="{2D11BB06-5B70-44CA-BD9B-67D460D4AA95}" type="datetimeFigureOut">
              <a:rPr lang="en-US"/>
              <a:pPr>
                <a:defRPr/>
              </a:pPr>
              <a:t>2/8/2026</a:t>
            </a:fld>
            <a:endParaRPr lang="en-US"/>
          </a:p>
        </p:txBody>
      </p:sp>
      <p:sp>
        <p:nvSpPr>
          <p:cNvPr id="7" name="Footer Placeholder 4">
            <a:extLst>
              <a:ext uri="{FF2B5EF4-FFF2-40B4-BE49-F238E27FC236}">
                <a16:creationId xmlns:a16="http://schemas.microsoft.com/office/drawing/2014/main" id="{DDB7D83F-45E5-F2D1-DB67-5AD5104239C0}"/>
              </a:ext>
            </a:extLst>
          </p:cNvPr>
          <p:cNvSpPr>
            <a:spLocks noGrp="1"/>
          </p:cNvSpPr>
          <p:nvPr>
            <p:ph type="ftr" sz="quarter" idx="11"/>
          </p:nvPr>
        </p:nvSpPr>
        <p:spPr/>
        <p:txBody>
          <a:bodyPr/>
          <a:lstStyle>
            <a:lvl1pPr>
              <a:defRPr/>
            </a:lvl1pPr>
          </a:lstStyle>
          <a:p>
            <a:pPr>
              <a:defRPr/>
            </a:pPr>
            <a:endParaRPr lang="en-US"/>
          </a:p>
        </p:txBody>
      </p:sp>
      <p:sp>
        <p:nvSpPr>
          <p:cNvPr id="8" name="Slide Number Placeholder 5">
            <a:extLst>
              <a:ext uri="{FF2B5EF4-FFF2-40B4-BE49-F238E27FC236}">
                <a16:creationId xmlns:a16="http://schemas.microsoft.com/office/drawing/2014/main" id="{E6DA876D-D19E-F36E-5B41-805E0C19BCA0}"/>
              </a:ext>
            </a:extLst>
          </p:cNvPr>
          <p:cNvSpPr>
            <a:spLocks noGrp="1"/>
          </p:cNvSpPr>
          <p:nvPr>
            <p:ph type="sldNum" sz="quarter" idx="12"/>
          </p:nvPr>
        </p:nvSpPr>
        <p:spPr/>
        <p:txBody>
          <a:bodyPr/>
          <a:lstStyle>
            <a:lvl1pPr>
              <a:defRPr/>
            </a:lvl1pPr>
          </a:lstStyle>
          <a:p>
            <a:pPr>
              <a:defRPr/>
            </a:pPr>
            <a:fld id="{3BA27FAD-8809-49DF-8830-3A4B91D52094}" type="slidenum">
              <a:rPr lang="en-US" altLang="en-US"/>
              <a:pPr>
                <a:defRPr/>
              </a:pPr>
              <a:t>‹#›</a:t>
            </a:fld>
            <a:endParaRPr lang="en-US" altLang="en-US"/>
          </a:p>
        </p:txBody>
      </p:sp>
    </p:spTree>
    <p:extLst>
      <p:ext uri="{BB962C8B-B14F-4D97-AF65-F5344CB8AC3E}">
        <p14:creationId xmlns:p14="http://schemas.microsoft.com/office/powerpoint/2010/main" val="489467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65D0773F-15CF-3113-8883-8A654E7FBF25}"/>
              </a:ext>
            </a:extLst>
          </p:cNvPr>
          <p:cNvSpPr>
            <a:spLocks noGrp="1"/>
          </p:cNvSpPr>
          <p:nvPr>
            <p:ph type="dt" sz="half" idx="10"/>
          </p:nvPr>
        </p:nvSpPr>
        <p:spPr/>
        <p:txBody>
          <a:bodyPr/>
          <a:lstStyle>
            <a:lvl1pPr>
              <a:defRPr/>
            </a:lvl1pPr>
          </a:lstStyle>
          <a:p>
            <a:pPr>
              <a:defRPr/>
            </a:pPr>
            <a:fld id="{8615C1F9-4BB9-4A27-A44C-77CF519E7533}" type="datetimeFigureOut">
              <a:rPr lang="en-US"/>
              <a:pPr>
                <a:defRPr/>
              </a:pPr>
              <a:t>2/8/2026</a:t>
            </a:fld>
            <a:endParaRPr lang="en-US"/>
          </a:p>
        </p:txBody>
      </p:sp>
      <p:sp>
        <p:nvSpPr>
          <p:cNvPr id="4" name="Footer Placeholder 4">
            <a:extLst>
              <a:ext uri="{FF2B5EF4-FFF2-40B4-BE49-F238E27FC236}">
                <a16:creationId xmlns:a16="http://schemas.microsoft.com/office/drawing/2014/main" id="{A159DC5F-2AF3-DCC3-4218-A3BCF633B809}"/>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50D2C93F-284B-A268-DA7C-01A59B791305}"/>
              </a:ext>
            </a:extLst>
          </p:cNvPr>
          <p:cNvSpPr>
            <a:spLocks noGrp="1"/>
          </p:cNvSpPr>
          <p:nvPr>
            <p:ph type="sldNum" sz="quarter" idx="12"/>
          </p:nvPr>
        </p:nvSpPr>
        <p:spPr/>
        <p:txBody>
          <a:bodyPr/>
          <a:lstStyle>
            <a:lvl1pPr>
              <a:defRPr/>
            </a:lvl1pPr>
          </a:lstStyle>
          <a:p>
            <a:pPr>
              <a:defRPr/>
            </a:pPr>
            <a:fld id="{C84CCE64-808A-46D6-8F70-87140FB0140E}" type="slidenum">
              <a:rPr lang="en-US" altLang="en-US"/>
              <a:pPr>
                <a:defRPr/>
              </a:pPr>
              <a:t>‹#›</a:t>
            </a:fld>
            <a:endParaRPr lang="en-US" altLang="en-US"/>
          </a:p>
        </p:txBody>
      </p:sp>
    </p:spTree>
    <p:extLst>
      <p:ext uri="{BB962C8B-B14F-4D97-AF65-F5344CB8AC3E}">
        <p14:creationId xmlns:p14="http://schemas.microsoft.com/office/powerpoint/2010/main" val="8812719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4E12B014-C7E3-7227-F0F3-28E32ABDFBEF}"/>
              </a:ext>
            </a:extLst>
          </p:cNvPr>
          <p:cNvSpPr>
            <a:spLocks noGrp="1"/>
          </p:cNvSpPr>
          <p:nvPr>
            <p:ph type="dt" sz="half" idx="10"/>
          </p:nvPr>
        </p:nvSpPr>
        <p:spPr/>
        <p:txBody>
          <a:bodyPr/>
          <a:lstStyle>
            <a:lvl1pPr>
              <a:defRPr/>
            </a:lvl1pPr>
          </a:lstStyle>
          <a:p>
            <a:pPr>
              <a:defRPr/>
            </a:pPr>
            <a:fld id="{1E6FBE1F-17BA-4086-A526-7DCFBCDD29B6}" type="datetimeFigureOut">
              <a:rPr lang="en-US"/>
              <a:pPr>
                <a:defRPr/>
              </a:pPr>
              <a:t>2/8/2026</a:t>
            </a:fld>
            <a:endParaRPr lang="en-US"/>
          </a:p>
        </p:txBody>
      </p:sp>
      <p:sp>
        <p:nvSpPr>
          <p:cNvPr id="3" name="Footer Placeholder 4">
            <a:extLst>
              <a:ext uri="{FF2B5EF4-FFF2-40B4-BE49-F238E27FC236}">
                <a16:creationId xmlns:a16="http://schemas.microsoft.com/office/drawing/2014/main" id="{799F87AE-C9E0-6CA7-22D4-B4D52D0EAFE2}"/>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D8E31FD4-7EC0-0757-9CC3-E61F3A840AFF}"/>
              </a:ext>
            </a:extLst>
          </p:cNvPr>
          <p:cNvSpPr>
            <a:spLocks noGrp="1"/>
          </p:cNvSpPr>
          <p:nvPr>
            <p:ph type="sldNum" sz="quarter" idx="12"/>
          </p:nvPr>
        </p:nvSpPr>
        <p:spPr/>
        <p:txBody>
          <a:bodyPr/>
          <a:lstStyle>
            <a:lvl1pPr>
              <a:defRPr/>
            </a:lvl1pPr>
          </a:lstStyle>
          <a:p>
            <a:pPr>
              <a:defRPr/>
            </a:pPr>
            <a:fld id="{86FE5E9A-2BE5-4744-B11E-76D1646123AD}" type="slidenum">
              <a:rPr lang="en-US" altLang="en-US"/>
              <a:pPr>
                <a:defRPr/>
              </a:pPr>
              <a:t>‹#›</a:t>
            </a:fld>
            <a:endParaRPr lang="en-US" altLang="en-US"/>
          </a:p>
        </p:txBody>
      </p:sp>
    </p:spTree>
    <p:extLst>
      <p:ext uri="{BB962C8B-B14F-4D97-AF65-F5344CB8AC3E}">
        <p14:creationId xmlns:p14="http://schemas.microsoft.com/office/powerpoint/2010/main" val="39286938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03BF7BF1-388F-91C2-745F-A5227704A577}"/>
              </a:ext>
            </a:extLst>
          </p:cNvPr>
          <p:cNvSpPr>
            <a:spLocks noGrp="1"/>
          </p:cNvSpPr>
          <p:nvPr>
            <p:ph type="dt" sz="half" idx="10"/>
          </p:nvPr>
        </p:nvSpPr>
        <p:spPr/>
        <p:txBody>
          <a:bodyPr/>
          <a:lstStyle>
            <a:lvl1pPr>
              <a:defRPr/>
            </a:lvl1pPr>
          </a:lstStyle>
          <a:p>
            <a:pPr>
              <a:defRPr/>
            </a:pPr>
            <a:fld id="{76C46896-23FE-4E25-B51E-151FBB243205}" type="datetimeFigureOut">
              <a:rPr lang="en-US"/>
              <a:pPr>
                <a:defRPr/>
              </a:pPr>
              <a:t>2/8/2026</a:t>
            </a:fld>
            <a:endParaRPr lang="en-US"/>
          </a:p>
        </p:txBody>
      </p:sp>
      <p:sp>
        <p:nvSpPr>
          <p:cNvPr id="6" name="Footer Placeholder 4">
            <a:extLst>
              <a:ext uri="{FF2B5EF4-FFF2-40B4-BE49-F238E27FC236}">
                <a16:creationId xmlns:a16="http://schemas.microsoft.com/office/drawing/2014/main" id="{502962B9-C6CC-0D7B-52AD-292172DAF598}"/>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8B548008-DFFE-09AC-A815-34CA5AD5C0D7}"/>
              </a:ext>
            </a:extLst>
          </p:cNvPr>
          <p:cNvSpPr>
            <a:spLocks noGrp="1"/>
          </p:cNvSpPr>
          <p:nvPr>
            <p:ph type="sldNum" sz="quarter" idx="12"/>
          </p:nvPr>
        </p:nvSpPr>
        <p:spPr/>
        <p:txBody>
          <a:bodyPr/>
          <a:lstStyle>
            <a:lvl1pPr>
              <a:defRPr/>
            </a:lvl1pPr>
          </a:lstStyle>
          <a:p>
            <a:pPr>
              <a:defRPr/>
            </a:pPr>
            <a:fld id="{EBE4002A-CB54-465E-B62D-FF4079433653}" type="slidenum">
              <a:rPr lang="en-US" altLang="en-US"/>
              <a:pPr>
                <a:defRPr/>
              </a:pPr>
              <a:t>‹#›</a:t>
            </a:fld>
            <a:endParaRPr lang="en-US" altLang="en-US"/>
          </a:p>
        </p:txBody>
      </p:sp>
    </p:spTree>
    <p:extLst>
      <p:ext uri="{BB962C8B-B14F-4D97-AF65-F5344CB8AC3E}">
        <p14:creationId xmlns:p14="http://schemas.microsoft.com/office/powerpoint/2010/main" val="33690220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rtlCol="0">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A65B5CB8-14B8-4031-3E8A-007E0B3FC489}"/>
              </a:ext>
            </a:extLst>
          </p:cNvPr>
          <p:cNvSpPr>
            <a:spLocks noGrp="1"/>
          </p:cNvSpPr>
          <p:nvPr>
            <p:ph type="dt" sz="half" idx="10"/>
          </p:nvPr>
        </p:nvSpPr>
        <p:spPr/>
        <p:txBody>
          <a:bodyPr/>
          <a:lstStyle>
            <a:lvl1pPr>
              <a:defRPr/>
            </a:lvl1pPr>
          </a:lstStyle>
          <a:p>
            <a:pPr>
              <a:defRPr/>
            </a:pPr>
            <a:fld id="{D4A73E69-16A2-4B69-A59C-D6FA36844A5E}" type="datetimeFigureOut">
              <a:rPr lang="en-US"/>
              <a:pPr>
                <a:defRPr/>
              </a:pPr>
              <a:t>2/8/2026</a:t>
            </a:fld>
            <a:endParaRPr lang="en-US"/>
          </a:p>
        </p:txBody>
      </p:sp>
      <p:sp>
        <p:nvSpPr>
          <p:cNvPr id="6" name="Footer Placeholder 4">
            <a:extLst>
              <a:ext uri="{FF2B5EF4-FFF2-40B4-BE49-F238E27FC236}">
                <a16:creationId xmlns:a16="http://schemas.microsoft.com/office/drawing/2014/main" id="{517A0D12-5485-6CA3-A609-9E3D644E09FF}"/>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0C341D4F-9859-EA09-16ED-D5361FDA2905}"/>
              </a:ext>
            </a:extLst>
          </p:cNvPr>
          <p:cNvSpPr>
            <a:spLocks noGrp="1"/>
          </p:cNvSpPr>
          <p:nvPr>
            <p:ph type="sldNum" sz="quarter" idx="12"/>
          </p:nvPr>
        </p:nvSpPr>
        <p:spPr/>
        <p:txBody>
          <a:bodyPr/>
          <a:lstStyle>
            <a:lvl1pPr>
              <a:defRPr/>
            </a:lvl1pPr>
          </a:lstStyle>
          <a:p>
            <a:pPr>
              <a:defRPr/>
            </a:pPr>
            <a:fld id="{5102E5EE-85C9-49C8-AEAF-8CBC5A2B65B6}" type="slidenum">
              <a:rPr lang="en-US" altLang="en-US"/>
              <a:pPr>
                <a:defRPr/>
              </a:pPr>
              <a:t>‹#›</a:t>
            </a:fld>
            <a:endParaRPr lang="en-US" altLang="en-US"/>
          </a:p>
        </p:txBody>
      </p:sp>
    </p:spTree>
    <p:extLst>
      <p:ext uri="{BB962C8B-B14F-4D97-AF65-F5344CB8AC3E}">
        <p14:creationId xmlns:p14="http://schemas.microsoft.com/office/powerpoint/2010/main" val="26363470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1EF19F-0226-4E82-E22B-1B17CEF5F77F}"/>
              </a:ext>
            </a:extLst>
          </p:cNvPr>
          <p:cNvSpPr>
            <a:spLocks noGrp="1"/>
          </p:cNvSpPr>
          <p:nvPr>
            <p:ph type="dt" sz="half" idx="10"/>
          </p:nvPr>
        </p:nvSpPr>
        <p:spPr/>
        <p:txBody>
          <a:bodyPr/>
          <a:lstStyle>
            <a:lvl1pPr>
              <a:defRPr/>
            </a:lvl1pPr>
          </a:lstStyle>
          <a:p>
            <a:pPr>
              <a:defRPr/>
            </a:pPr>
            <a:fld id="{0F9D112D-92D8-493F-90D9-CCEB6DEDAD02}" type="datetimeFigureOut">
              <a:rPr lang="en-US"/>
              <a:pPr>
                <a:defRPr/>
              </a:pPr>
              <a:t>2/8/2026</a:t>
            </a:fld>
            <a:endParaRPr lang="en-US"/>
          </a:p>
        </p:txBody>
      </p:sp>
      <p:sp>
        <p:nvSpPr>
          <p:cNvPr id="5" name="Footer Placeholder 4">
            <a:extLst>
              <a:ext uri="{FF2B5EF4-FFF2-40B4-BE49-F238E27FC236}">
                <a16:creationId xmlns:a16="http://schemas.microsoft.com/office/drawing/2014/main" id="{A5A26255-1B07-F755-729A-E0FAF6B4FD3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7152FA55-3EF7-1030-7943-EC40A72659EA}"/>
              </a:ext>
            </a:extLst>
          </p:cNvPr>
          <p:cNvSpPr>
            <a:spLocks noGrp="1"/>
          </p:cNvSpPr>
          <p:nvPr>
            <p:ph type="sldNum" sz="quarter" idx="12"/>
          </p:nvPr>
        </p:nvSpPr>
        <p:spPr/>
        <p:txBody>
          <a:bodyPr/>
          <a:lstStyle>
            <a:lvl1pPr>
              <a:defRPr/>
            </a:lvl1pPr>
          </a:lstStyle>
          <a:p>
            <a:pPr>
              <a:defRPr/>
            </a:pPr>
            <a:fld id="{2DA41AD7-5885-4ADC-ADB2-35A0C4F0CA7A}" type="slidenum">
              <a:rPr lang="en-US" altLang="en-US"/>
              <a:pPr>
                <a:defRPr/>
              </a:pPr>
              <a:t>‹#›</a:t>
            </a:fld>
            <a:endParaRPr lang="en-US" altLang="en-US"/>
          </a:p>
        </p:txBody>
      </p:sp>
    </p:spTree>
    <p:extLst>
      <p:ext uri="{BB962C8B-B14F-4D97-AF65-F5344CB8AC3E}">
        <p14:creationId xmlns:p14="http://schemas.microsoft.com/office/powerpoint/2010/main" val="11995785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88DB3C7-AE1E-34C9-C917-C131E93C3BE8}"/>
              </a:ext>
            </a:extLst>
          </p:cNvPr>
          <p:cNvSpPr>
            <a:spLocks noGrp="1"/>
          </p:cNvSpPr>
          <p:nvPr>
            <p:ph type="dt" sz="half" idx="10"/>
          </p:nvPr>
        </p:nvSpPr>
        <p:spPr/>
        <p:txBody>
          <a:bodyPr/>
          <a:lstStyle>
            <a:lvl1pPr>
              <a:defRPr/>
            </a:lvl1pPr>
          </a:lstStyle>
          <a:p>
            <a:pPr>
              <a:defRPr/>
            </a:pPr>
            <a:fld id="{0CA4437A-79ED-493D-BC3D-7AFDA79FB3FD}" type="datetimeFigureOut">
              <a:rPr lang="en-US"/>
              <a:pPr>
                <a:defRPr/>
              </a:pPr>
              <a:t>2/8/2026</a:t>
            </a:fld>
            <a:endParaRPr lang="en-US"/>
          </a:p>
        </p:txBody>
      </p:sp>
      <p:sp>
        <p:nvSpPr>
          <p:cNvPr id="5" name="Footer Placeholder 4">
            <a:extLst>
              <a:ext uri="{FF2B5EF4-FFF2-40B4-BE49-F238E27FC236}">
                <a16:creationId xmlns:a16="http://schemas.microsoft.com/office/drawing/2014/main" id="{1E676516-1FAA-BF2C-FFA9-200C36FFDC74}"/>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2E3086EE-7C5E-5AD6-63D9-218FA62864A8}"/>
              </a:ext>
            </a:extLst>
          </p:cNvPr>
          <p:cNvSpPr>
            <a:spLocks noGrp="1"/>
          </p:cNvSpPr>
          <p:nvPr>
            <p:ph type="sldNum" sz="quarter" idx="12"/>
          </p:nvPr>
        </p:nvSpPr>
        <p:spPr/>
        <p:txBody>
          <a:bodyPr/>
          <a:lstStyle>
            <a:lvl1pPr>
              <a:defRPr/>
            </a:lvl1pPr>
          </a:lstStyle>
          <a:p>
            <a:pPr>
              <a:defRPr/>
            </a:pPr>
            <a:fld id="{9EEEBDC1-359F-4C56-9AA7-D8143DC4D9A0}" type="slidenum">
              <a:rPr lang="en-US" altLang="en-US"/>
              <a:pPr>
                <a:defRPr/>
              </a:pPr>
              <a:t>‹#›</a:t>
            </a:fld>
            <a:endParaRPr lang="en-US" altLang="en-US"/>
          </a:p>
        </p:txBody>
      </p:sp>
    </p:spTree>
    <p:extLst>
      <p:ext uri="{BB962C8B-B14F-4D97-AF65-F5344CB8AC3E}">
        <p14:creationId xmlns:p14="http://schemas.microsoft.com/office/powerpoint/2010/main" val="6510776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8E1DF63-749F-84C0-F01B-44BE5377A99C}"/>
              </a:ext>
            </a:extLst>
          </p:cNvPr>
          <p:cNvSpPr>
            <a:spLocks noChangeAspect="1"/>
          </p:cNvSpPr>
          <p:nvPr/>
        </p:nvSpPr>
        <p:spPr>
          <a:xfrm>
            <a:off x="231775" y="244475"/>
            <a:ext cx="11723688" cy="6376988"/>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27" name="Title Placeholder 1">
            <a:extLst>
              <a:ext uri="{FF2B5EF4-FFF2-40B4-BE49-F238E27FC236}">
                <a16:creationId xmlns:a16="http://schemas.microsoft.com/office/drawing/2014/main" id="{527CBA9B-944A-3707-0357-C20D766D1703}"/>
              </a:ext>
            </a:extLst>
          </p:cNvPr>
          <p:cNvSpPr>
            <a:spLocks noGrp="1"/>
          </p:cNvSpPr>
          <p:nvPr>
            <p:ph type="title"/>
          </p:nvPr>
        </p:nvSpPr>
        <p:spPr bwMode="auto">
          <a:xfrm>
            <a:off x="1143000" y="609600"/>
            <a:ext cx="9875838" cy="135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Text Placeholder 2">
            <a:extLst>
              <a:ext uri="{FF2B5EF4-FFF2-40B4-BE49-F238E27FC236}">
                <a16:creationId xmlns:a16="http://schemas.microsoft.com/office/drawing/2014/main" id="{152771FA-B80C-27A1-E575-6F4782D7EB78}"/>
              </a:ext>
            </a:extLst>
          </p:cNvPr>
          <p:cNvSpPr>
            <a:spLocks noGrp="1"/>
          </p:cNvSpPr>
          <p:nvPr>
            <p:ph type="body" idx="1"/>
          </p:nvPr>
        </p:nvSpPr>
        <p:spPr bwMode="auto">
          <a:xfrm>
            <a:off x="1143000" y="2057400"/>
            <a:ext cx="9872663"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9A842E68-27A6-E0AD-410D-5DA2FCA31CAE}"/>
              </a:ext>
            </a:extLst>
          </p:cNvPr>
          <p:cNvSpPr>
            <a:spLocks noGrp="1"/>
          </p:cNvSpPr>
          <p:nvPr>
            <p:ph type="dt" sz="half" idx="2"/>
          </p:nvPr>
        </p:nvSpPr>
        <p:spPr>
          <a:xfrm>
            <a:off x="1143000" y="6224588"/>
            <a:ext cx="2328863" cy="365125"/>
          </a:xfrm>
          <a:prstGeom prst="rect">
            <a:avLst/>
          </a:prstGeom>
        </p:spPr>
        <p:txBody>
          <a:bodyPr vert="horz" lIns="91440" tIns="45720" rIns="91440" bIns="45720" rtlCol="0" anchor="ctr"/>
          <a:lstStyle>
            <a:lvl1pPr algn="l">
              <a:defRPr sz="1200">
                <a:solidFill>
                  <a:schemeClr val="tx1"/>
                </a:solidFill>
              </a:defRPr>
            </a:lvl1pPr>
          </a:lstStyle>
          <a:p>
            <a:pPr>
              <a:defRPr/>
            </a:pPr>
            <a:fld id="{91B25C24-CE9C-4BDF-94E9-833266FC3BAB}" type="datetimeFigureOut">
              <a:rPr lang="en-US"/>
              <a:pPr>
                <a:defRPr/>
              </a:pPr>
              <a:t>2/8/2026</a:t>
            </a:fld>
            <a:endParaRPr lang="en-US"/>
          </a:p>
        </p:txBody>
      </p:sp>
      <p:sp>
        <p:nvSpPr>
          <p:cNvPr id="5" name="Footer Placeholder 4">
            <a:extLst>
              <a:ext uri="{FF2B5EF4-FFF2-40B4-BE49-F238E27FC236}">
                <a16:creationId xmlns:a16="http://schemas.microsoft.com/office/drawing/2014/main" id="{F1271021-DBA6-D611-CF7E-83929A9B3AE0}"/>
              </a:ext>
            </a:extLst>
          </p:cNvPr>
          <p:cNvSpPr>
            <a:spLocks noGrp="1"/>
          </p:cNvSpPr>
          <p:nvPr>
            <p:ph type="ftr" sz="quarter" idx="3"/>
          </p:nvPr>
        </p:nvSpPr>
        <p:spPr>
          <a:xfrm>
            <a:off x="3949700" y="6224588"/>
            <a:ext cx="4716463" cy="365125"/>
          </a:xfrm>
          <a:prstGeom prst="rect">
            <a:avLst/>
          </a:prstGeom>
        </p:spPr>
        <p:txBody>
          <a:bodyPr vert="horz" lIns="91440" tIns="45720" rIns="91440" bIns="45720" rtlCol="0" anchor="ctr"/>
          <a:lstStyle>
            <a:lvl1pPr algn="ctr">
              <a:defRPr sz="1200">
                <a:solidFill>
                  <a:schemeClr val="tx1"/>
                </a:solidFill>
              </a:defRPr>
            </a:lvl1pPr>
          </a:lstStyle>
          <a:p>
            <a:pPr>
              <a:defRPr/>
            </a:pPr>
            <a:endParaRPr lang="en-US"/>
          </a:p>
        </p:txBody>
      </p:sp>
      <p:sp>
        <p:nvSpPr>
          <p:cNvPr id="6" name="Slide Number Placeholder 5">
            <a:extLst>
              <a:ext uri="{FF2B5EF4-FFF2-40B4-BE49-F238E27FC236}">
                <a16:creationId xmlns:a16="http://schemas.microsoft.com/office/drawing/2014/main" id="{1AD223B7-9D4C-1AB8-5820-0CE731096C2F}"/>
              </a:ext>
            </a:extLst>
          </p:cNvPr>
          <p:cNvSpPr>
            <a:spLocks noGrp="1"/>
          </p:cNvSpPr>
          <p:nvPr>
            <p:ph type="sldNum" sz="quarter" idx="4"/>
          </p:nvPr>
        </p:nvSpPr>
        <p:spPr>
          <a:xfrm>
            <a:off x="9329738" y="6224588"/>
            <a:ext cx="1706562" cy="365125"/>
          </a:xfrm>
          <a:prstGeom prst="rect">
            <a:avLst/>
          </a:prstGeom>
        </p:spPr>
        <p:txBody>
          <a:bodyPr vert="horz" wrap="square" lIns="91440" tIns="45720" rIns="91440" bIns="45720" numCol="1" anchor="ctr" anchorCtr="0" compatLnSpc="1">
            <a:prstTxWarp prst="textNoShape">
              <a:avLst/>
            </a:prstTxWarp>
          </a:bodyPr>
          <a:lstStyle>
            <a:lvl1pPr algn="r">
              <a:defRPr sz="1200"/>
            </a:lvl1pPr>
          </a:lstStyle>
          <a:p>
            <a:pPr>
              <a:defRPr/>
            </a:pPr>
            <a:fld id="{D7807A68-0391-4B09-8628-813D443029BD}"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5139" r:id="rId1"/>
    <p:sldLayoutId id="2147485130" r:id="rId2"/>
    <p:sldLayoutId id="2147485140" r:id="rId3"/>
    <p:sldLayoutId id="2147485131" r:id="rId4"/>
    <p:sldLayoutId id="2147485132" r:id="rId5"/>
    <p:sldLayoutId id="2147485133" r:id="rId6"/>
    <p:sldLayoutId id="2147485134" r:id="rId7"/>
    <p:sldLayoutId id="2147485135" r:id="rId8"/>
    <p:sldLayoutId id="2147485136" r:id="rId9"/>
    <p:sldLayoutId id="2147485137" r:id="rId10"/>
    <p:sldLayoutId id="2147485138" r:id="rId11"/>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orbel" panose="020B0503020204020204" pitchFamily="34" charset="0"/>
        </a:defRPr>
      </a:lvl2pPr>
      <a:lvl3pPr algn="l" rtl="0" eaLnBrk="0" fontAlgn="base" hangingPunct="0">
        <a:lnSpc>
          <a:spcPct val="90000"/>
        </a:lnSpc>
        <a:spcBef>
          <a:spcPct val="0"/>
        </a:spcBef>
        <a:spcAft>
          <a:spcPct val="0"/>
        </a:spcAft>
        <a:defRPr sz="4400">
          <a:solidFill>
            <a:schemeClr val="tx1"/>
          </a:solidFill>
          <a:latin typeface="Corbel" panose="020B0503020204020204" pitchFamily="34" charset="0"/>
        </a:defRPr>
      </a:lvl3pPr>
      <a:lvl4pPr algn="l" rtl="0" eaLnBrk="0" fontAlgn="base" hangingPunct="0">
        <a:lnSpc>
          <a:spcPct val="90000"/>
        </a:lnSpc>
        <a:spcBef>
          <a:spcPct val="0"/>
        </a:spcBef>
        <a:spcAft>
          <a:spcPct val="0"/>
        </a:spcAft>
        <a:defRPr sz="4400">
          <a:solidFill>
            <a:schemeClr val="tx1"/>
          </a:solidFill>
          <a:latin typeface="Corbel" panose="020B0503020204020204" pitchFamily="34" charset="0"/>
        </a:defRPr>
      </a:lvl4pPr>
      <a:lvl5pPr algn="l" rtl="0" eaLnBrk="0" fontAlgn="base" hangingPunct="0">
        <a:lnSpc>
          <a:spcPct val="90000"/>
        </a:lnSpc>
        <a:spcBef>
          <a:spcPct val="0"/>
        </a:spcBef>
        <a:spcAft>
          <a:spcPct val="0"/>
        </a:spcAft>
        <a:defRPr sz="4400">
          <a:solidFill>
            <a:schemeClr val="tx1"/>
          </a:solidFill>
          <a:latin typeface="Corbel" panose="020B0503020204020204" pitchFamily="34" charset="0"/>
        </a:defRPr>
      </a:lvl5pPr>
      <a:lvl6pPr marL="457200" algn="l" rtl="0" fontAlgn="base">
        <a:lnSpc>
          <a:spcPct val="90000"/>
        </a:lnSpc>
        <a:spcBef>
          <a:spcPct val="0"/>
        </a:spcBef>
        <a:spcAft>
          <a:spcPct val="0"/>
        </a:spcAft>
        <a:defRPr sz="4400">
          <a:solidFill>
            <a:schemeClr val="tx1"/>
          </a:solidFill>
          <a:latin typeface="Corbel" panose="020B0503020204020204" pitchFamily="34" charset="0"/>
        </a:defRPr>
      </a:lvl6pPr>
      <a:lvl7pPr marL="914400" algn="l" rtl="0" fontAlgn="base">
        <a:lnSpc>
          <a:spcPct val="90000"/>
        </a:lnSpc>
        <a:spcBef>
          <a:spcPct val="0"/>
        </a:spcBef>
        <a:spcAft>
          <a:spcPct val="0"/>
        </a:spcAft>
        <a:defRPr sz="4400">
          <a:solidFill>
            <a:schemeClr val="tx1"/>
          </a:solidFill>
          <a:latin typeface="Corbel" panose="020B0503020204020204" pitchFamily="34" charset="0"/>
        </a:defRPr>
      </a:lvl7pPr>
      <a:lvl8pPr marL="1371600" algn="l" rtl="0" fontAlgn="base">
        <a:lnSpc>
          <a:spcPct val="90000"/>
        </a:lnSpc>
        <a:spcBef>
          <a:spcPct val="0"/>
        </a:spcBef>
        <a:spcAft>
          <a:spcPct val="0"/>
        </a:spcAft>
        <a:defRPr sz="4400">
          <a:solidFill>
            <a:schemeClr val="tx1"/>
          </a:solidFill>
          <a:latin typeface="Corbel" panose="020B0503020204020204" pitchFamily="34" charset="0"/>
        </a:defRPr>
      </a:lvl8pPr>
      <a:lvl9pPr marL="1828800" algn="l" rtl="0" fontAlgn="base">
        <a:lnSpc>
          <a:spcPct val="90000"/>
        </a:lnSpc>
        <a:spcBef>
          <a:spcPct val="0"/>
        </a:spcBef>
        <a:spcAft>
          <a:spcPct val="0"/>
        </a:spcAft>
        <a:defRPr sz="4400">
          <a:solidFill>
            <a:schemeClr val="tx1"/>
          </a:solidFill>
          <a:latin typeface="Corbel" panose="020B0503020204020204" pitchFamily="34" charset="0"/>
        </a:defRPr>
      </a:lvl9pPr>
    </p:titleStyle>
    <p:bodyStyle>
      <a:lvl1pPr marL="228600" indent="-182563" algn="l" rtl="0" eaLnBrk="0" fontAlgn="base" hangingPunct="0">
        <a:lnSpc>
          <a:spcPct val="90000"/>
        </a:lnSpc>
        <a:spcBef>
          <a:spcPts val="1400"/>
        </a:spcBef>
        <a:spcAft>
          <a:spcPct val="0"/>
        </a:spcAft>
        <a:buClr>
          <a:schemeClr val="tx1"/>
        </a:buClr>
        <a:buSzPct val="80000"/>
        <a:buFont typeface="Corbel" panose="020B0503020204020204" pitchFamily="34" charset="0"/>
        <a:buChar char="•"/>
        <a:defRPr sz="2200" kern="1200">
          <a:solidFill>
            <a:schemeClr val="tx1"/>
          </a:solidFill>
          <a:latin typeface="+mn-lt"/>
          <a:ea typeface="+mn-ea"/>
          <a:cs typeface="+mn-cs"/>
        </a:defRPr>
      </a:lvl1pPr>
      <a:lvl2pPr marL="457200"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2000" kern="1200">
          <a:solidFill>
            <a:schemeClr val="tx1"/>
          </a:solidFill>
          <a:latin typeface="+mn-lt"/>
          <a:ea typeface="+mn-ea"/>
          <a:cs typeface="+mn-cs"/>
        </a:defRPr>
      </a:lvl2pPr>
      <a:lvl3pPr marL="730250"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kern="1200">
          <a:solidFill>
            <a:schemeClr val="tx1"/>
          </a:solidFill>
          <a:latin typeface="+mn-lt"/>
          <a:ea typeface="+mn-ea"/>
          <a:cs typeface="+mn-cs"/>
        </a:defRPr>
      </a:lvl3pPr>
      <a:lvl4pPr marL="1004888"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1600" kern="1200">
          <a:solidFill>
            <a:schemeClr val="tx1"/>
          </a:solidFill>
          <a:latin typeface="+mn-lt"/>
          <a:ea typeface="+mn-ea"/>
          <a:cs typeface="+mn-cs"/>
        </a:defRPr>
      </a:lvl4pPr>
      <a:lvl5pPr marL="1279525"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3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8C2B55CF-E1F2-A9FB-8002-E987C9A74C49}"/>
              </a:ext>
            </a:extLst>
          </p:cNvPr>
          <p:cNvSpPr>
            <a:spLocks noGrp="1"/>
          </p:cNvSpPr>
          <p:nvPr>
            <p:ph type="title"/>
          </p:nvPr>
        </p:nvSpPr>
        <p:spPr>
          <a:xfrm>
            <a:off x="1143000" y="588963"/>
            <a:ext cx="9875838" cy="1355725"/>
          </a:xfrm>
        </p:spPr>
        <p:txBody>
          <a:bodyPr/>
          <a:lstStyle/>
          <a:p>
            <a:pPr algn="ctr"/>
            <a:r>
              <a:rPr lang="en-US" altLang="en-US"/>
              <a:t>Chapter 2</a:t>
            </a:r>
          </a:p>
        </p:txBody>
      </p:sp>
      <p:sp>
        <p:nvSpPr>
          <p:cNvPr id="5123" name="Content Placeholder 2">
            <a:extLst>
              <a:ext uri="{FF2B5EF4-FFF2-40B4-BE49-F238E27FC236}">
                <a16:creationId xmlns:a16="http://schemas.microsoft.com/office/drawing/2014/main" id="{E313784F-B2CB-105E-7775-50C0F22E9525}"/>
              </a:ext>
            </a:extLst>
          </p:cNvPr>
          <p:cNvSpPr>
            <a:spLocks noGrp="1"/>
          </p:cNvSpPr>
          <p:nvPr>
            <p:ph idx="1"/>
          </p:nvPr>
        </p:nvSpPr>
        <p:spPr/>
        <p:txBody>
          <a:bodyPr/>
          <a:lstStyle/>
          <a:p>
            <a:pPr marL="44450" indent="0" algn="ctr">
              <a:buFont typeface="Corbel" panose="020B0503020204020204" pitchFamily="34" charset="0"/>
              <a:buNone/>
            </a:pPr>
            <a:r>
              <a:rPr lang="en-US" altLang="en-US"/>
              <a:t>Data Science Process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0B5AF2A5-8B78-227C-3AD4-5BAB380C4AEC}"/>
              </a:ext>
            </a:extLst>
          </p:cNvPr>
          <p:cNvSpPr>
            <a:spLocks noGrp="1"/>
          </p:cNvSpPr>
          <p:nvPr>
            <p:ph idx="1"/>
          </p:nvPr>
        </p:nvSpPr>
        <p:spPr>
          <a:xfrm>
            <a:off x="1143000" y="822325"/>
            <a:ext cx="9872663" cy="5273675"/>
          </a:xfrm>
        </p:spPr>
        <p:txBody>
          <a:bodyPr rtlCol="0">
            <a:normAutofit/>
          </a:bodyPr>
          <a:lstStyle/>
          <a:p>
            <a:pPr marL="342900" indent="-342900" eaLnBrk="1" fontAlgn="auto" hangingPunct="1">
              <a:spcAft>
                <a:spcPts val="0"/>
              </a:spcAft>
              <a:buClr>
                <a:schemeClr val="accent1">
                  <a:lumMod val="75000"/>
                </a:schemeClr>
              </a:buClr>
              <a:defRPr/>
            </a:pPr>
            <a:r>
              <a:rPr lang="en-US" altLang="en-US" sz="2000" b="1" dirty="0">
                <a:solidFill>
                  <a:schemeClr val="accent1">
                    <a:lumMod val="75000"/>
                  </a:schemeClr>
                </a:solidFill>
                <a:latin typeface="Times New Roman" panose="02020603050405020304" pitchFamily="18" charset="0"/>
                <a:cs typeface="Times New Roman" panose="02020603050405020304" pitchFamily="18" charset="0"/>
              </a:rPr>
              <a:t>Data</a:t>
            </a:r>
          </a:p>
          <a:p>
            <a:pPr marL="571500" lvl="1" indent="-342900" eaLnBrk="1" fontAlgn="auto" hangingPunct="1">
              <a:buClr>
                <a:schemeClr val="accent1">
                  <a:lumMod val="75000"/>
                </a:schemeClr>
              </a:buClr>
              <a:defRPr/>
            </a:pPr>
            <a:r>
              <a:rPr lang="en-US" altLang="en-US" sz="1800" i="1" dirty="0">
                <a:latin typeface="Times New Roman" panose="02020603050405020304" pitchFamily="18" charset="0"/>
                <a:cs typeface="Times New Roman" panose="02020603050405020304" pitchFamily="18" charset="0"/>
              </a:rPr>
              <a:t>a "given" </a:t>
            </a:r>
            <a:r>
              <a:rPr lang="en-US" altLang="en-US" sz="1800" dirty="0">
                <a:latin typeface="Times New Roman" panose="02020603050405020304" pitchFamily="18" charset="0"/>
                <a:cs typeface="Times New Roman" panose="02020603050405020304" pitchFamily="18" charset="0"/>
              </a:rPr>
              <a:t>or </a:t>
            </a:r>
            <a:r>
              <a:rPr lang="en-US" altLang="en-US" sz="1800" i="1" dirty="0">
                <a:latin typeface="Times New Roman" panose="02020603050405020304" pitchFamily="18" charset="0"/>
                <a:cs typeface="Times New Roman" panose="02020603050405020304" pitchFamily="18" charset="0"/>
              </a:rPr>
              <a:t>a fact </a:t>
            </a:r>
            <a:r>
              <a:rPr lang="en-US" altLang="en-US" sz="1800" dirty="0">
                <a:latin typeface="Times New Roman" panose="02020603050405020304" pitchFamily="18" charset="0"/>
                <a:cs typeface="Times New Roman" panose="02020603050405020304" pitchFamily="18" charset="0"/>
              </a:rPr>
              <a:t>that represents something in real world</a:t>
            </a:r>
          </a:p>
          <a:p>
            <a:pPr marL="571500" lvl="1" indent="-342900" eaLnBrk="1" fontAlgn="auto" hangingPunct="1">
              <a:buClr>
                <a:schemeClr val="accent1">
                  <a:lumMod val="75000"/>
                </a:schemeClr>
              </a:buClr>
              <a:defRPr/>
            </a:pPr>
            <a:r>
              <a:rPr lang="en-US" altLang="en-US" sz="1800" dirty="0">
                <a:latin typeface="Times New Roman" panose="02020603050405020304" pitchFamily="18" charset="0"/>
                <a:cs typeface="Times New Roman" panose="02020603050405020304" pitchFamily="18" charset="0"/>
              </a:rPr>
              <a:t>raw materials, can be processed, structured or unstructured</a:t>
            </a:r>
          </a:p>
          <a:p>
            <a:pPr marL="571500" lvl="1" indent="-342900" eaLnBrk="1" fontAlgn="auto" hangingPunct="1">
              <a:buClr>
                <a:schemeClr val="accent1">
                  <a:lumMod val="75000"/>
                </a:schemeClr>
              </a:buClr>
              <a:defRPr/>
            </a:pPr>
            <a:r>
              <a:rPr lang="en-US" altLang="en-US" sz="1800" dirty="0">
                <a:latin typeface="Times New Roman" panose="02020603050405020304" pitchFamily="18" charset="0"/>
                <a:cs typeface="Times New Roman" panose="02020603050405020304" pitchFamily="18" charset="0"/>
              </a:rPr>
              <a:t>Data are elements of analysis</a:t>
            </a:r>
          </a:p>
          <a:p>
            <a:pPr marL="342900" indent="-342900" eaLnBrk="1" fontAlgn="auto" hangingPunct="1">
              <a:spcAft>
                <a:spcPts val="0"/>
              </a:spcAft>
              <a:buClr>
                <a:schemeClr val="accent1">
                  <a:lumMod val="75000"/>
                </a:schemeClr>
              </a:buClr>
              <a:defRPr/>
            </a:pPr>
            <a:r>
              <a:rPr lang="en-US" altLang="en-US" sz="2000" b="1" dirty="0">
                <a:solidFill>
                  <a:schemeClr val="accent1">
                    <a:lumMod val="75000"/>
                  </a:schemeClr>
                </a:solidFill>
                <a:latin typeface="Times New Roman" panose="02020603050405020304" pitchFamily="18" charset="0"/>
                <a:cs typeface="Times New Roman" panose="02020603050405020304" pitchFamily="18" charset="0"/>
              </a:rPr>
              <a:t>Information</a:t>
            </a:r>
          </a:p>
          <a:p>
            <a:pPr marL="571500" lvl="1" indent="-342900" eaLnBrk="1" fontAlgn="auto" hangingPunct="1">
              <a:buClr>
                <a:schemeClr val="accent1">
                  <a:lumMod val="75000"/>
                </a:schemeClr>
              </a:buClr>
              <a:defRPr/>
            </a:pPr>
            <a:r>
              <a:rPr lang="en-US" altLang="en-US" sz="1800" dirty="0">
                <a:latin typeface="Times New Roman" panose="02020603050405020304" pitchFamily="18" charset="0"/>
                <a:cs typeface="Times New Roman" panose="02020603050405020304" pitchFamily="18" charset="0"/>
              </a:rPr>
              <a:t>Data that have </a:t>
            </a:r>
            <a:r>
              <a:rPr lang="en-US" altLang="en-US" sz="1800" i="1" dirty="0">
                <a:latin typeface="Times New Roman" panose="02020603050405020304" pitchFamily="18" charset="0"/>
                <a:cs typeface="Times New Roman" panose="02020603050405020304" pitchFamily="18" charset="0"/>
              </a:rPr>
              <a:t>meaning in context</a:t>
            </a:r>
          </a:p>
          <a:p>
            <a:pPr marL="571500" lvl="1" indent="-342900" eaLnBrk="1" fontAlgn="auto" hangingPunct="1">
              <a:buClr>
                <a:schemeClr val="accent1">
                  <a:lumMod val="75000"/>
                </a:schemeClr>
              </a:buClr>
              <a:defRPr/>
            </a:pPr>
            <a:r>
              <a:rPr lang="en-US" altLang="en-US" sz="1800" dirty="0">
                <a:latin typeface="Times New Roman" panose="02020603050405020304" pitchFamily="18" charset="0"/>
                <a:cs typeface="Times New Roman" panose="02020603050405020304" pitchFamily="18" charset="0"/>
              </a:rPr>
              <a:t>Data related</a:t>
            </a:r>
          </a:p>
          <a:p>
            <a:pPr marL="571500" lvl="1" indent="-342900" eaLnBrk="1" fontAlgn="auto" hangingPunct="1">
              <a:buClr>
                <a:schemeClr val="accent1">
                  <a:lumMod val="75000"/>
                </a:schemeClr>
              </a:buClr>
              <a:defRPr/>
            </a:pPr>
            <a:r>
              <a:rPr lang="en-US" altLang="en-US" sz="1800" dirty="0">
                <a:latin typeface="Times New Roman" panose="02020603050405020304" pitchFamily="18" charset="0"/>
                <a:cs typeface="Times New Roman" panose="02020603050405020304" pitchFamily="18" charset="0"/>
              </a:rPr>
              <a:t>Data after manipulation</a:t>
            </a:r>
            <a:r>
              <a:rPr lang="en-US" altLang="en-US" dirty="0">
                <a:latin typeface="Times New Roman" panose="02020603050405020304" pitchFamily="18" charset="0"/>
                <a:cs typeface="Times New Roman" panose="02020603050405020304" pitchFamily="18" charset="0"/>
              </a:rPr>
              <a:t>			</a:t>
            </a:r>
          </a:p>
          <a:p>
            <a:pPr marL="342900" indent="-342900" eaLnBrk="1" fontAlgn="auto" hangingPunct="1">
              <a:spcAft>
                <a:spcPts val="0"/>
              </a:spcAft>
              <a:buClr>
                <a:schemeClr val="accent1">
                  <a:lumMod val="75000"/>
                </a:schemeClr>
              </a:buClr>
              <a:defRPr/>
            </a:pPr>
            <a:r>
              <a:rPr lang="en-US" altLang="en-US" sz="2000" b="1" dirty="0">
                <a:solidFill>
                  <a:schemeClr val="accent1">
                    <a:lumMod val="75000"/>
                  </a:schemeClr>
                </a:solidFill>
                <a:latin typeface="Times New Roman" panose="02020603050405020304" pitchFamily="18" charset="0"/>
                <a:cs typeface="Times New Roman" panose="02020603050405020304" pitchFamily="18" charset="0"/>
              </a:rPr>
              <a:t>Knowledge</a:t>
            </a:r>
          </a:p>
          <a:p>
            <a:pPr marL="844550" lvl="2" indent="-342900" eaLnBrk="1" fontAlgn="auto" hangingPunct="1">
              <a:buClr>
                <a:schemeClr val="accent1">
                  <a:lumMod val="75000"/>
                </a:schemeClr>
              </a:buClr>
              <a:defRPr/>
            </a:pPr>
            <a:r>
              <a:rPr lang="en-US" altLang="en-US" dirty="0">
                <a:latin typeface="Times New Roman" panose="02020603050405020304" pitchFamily="18" charset="0"/>
                <a:cs typeface="Times New Roman" panose="02020603050405020304" pitchFamily="18" charset="0"/>
              </a:rPr>
              <a:t>In data science, knowledge refers to meaningful insights or patterns derived from data through analysis, modeling, and interpretation. </a:t>
            </a:r>
          </a:p>
          <a:p>
            <a:pPr marL="844550" lvl="2" indent="-342900" eaLnBrk="1" fontAlgn="auto" hangingPunct="1">
              <a:buClr>
                <a:schemeClr val="accent1">
                  <a:lumMod val="75000"/>
                </a:schemeClr>
              </a:buClr>
              <a:defRPr/>
            </a:pPr>
            <a:r>
              <a:rPr lang="en-US" altLang="en-US" dirty="0">
                <a:latin typeface="Times New Roman" panose="02020603050405020304" pitchFamily="18" charset="0"/>
                <a:cs typeface="Times New Roman" panose="02020603050405020304" pitchFamily="18" charset="0"/>
              </a:rPr>
              <a:t>Acquired through experience or learning</a:t>
            </a:r>
          </a:p>
          <a:p>
            <a:pPr marL="844550" lvl="2" indent="-342900" eaLnBrk="1" fontAlgn="auto" hangingPunct="1">
              <a:buClr>
                <a:schemeClr val="accent1">
                  <a:lumMod val="75000"/>
                </a:schemeClr>
              </a:buClr>
              <a:defRPr/>
            </a:pPr>
            <a:r>
              <a:rPr lang="en-US" altLang="en-US" dirty="0">
                <a:latin typeface="Times New Roman" panose="02020603050405020304" pitchFamily="18" charset="0"/>
                <a:cs typeface="Times New Roman" panose="02020603050405020304" pitchFamily="18" charset="0"/>
              </a:rPr>
              <a:t>It is a concept mainly for humans unlike data and information.</a:t>
            </a:r>
          </a:p>
          <a:p>
            <a:pPr marL="182880" indent="-182880" eaLnBrk="1" fontAlgn="auto" hangingPunct="1">
              <a:spcAft>
                <a:spcPts val="0"/>
              </a:spcAft>
              <a:buClr>
                <a:schemeClr val="accent1">
                  <a:lumMod val="75000"/>
                </a:schemeClr>
              </a:buClr>
              <a:defRPr/>
            </a:pPr>
            <a:endParaRPr lang="en-US" altLang="en-US" sz="2400" dirty="0"/>
          </a:p>
        </p:txBody>
      </p:sp>
      <p:sp>
        <p:nvSpPr>
          <p:cNvPr id="3" name="TextBox 2">
            <a:extLst>
              <a:ext uri="{FF2B5EF4-FFF2-40B4-BE49-F238E27FC236}">
                <a16:creationId xmlns:a16="http://schemas.microsoft.com/office/drawing/2014/main" id="{F78AEFF3-2180-3FE2-16EC-8FF087610896}"/>
              </a:ext>
            </a:extLst>
          </p:cNvPr>
          <p:cNvSpPr txBox="1"/>
          <p:nvPr/>
        </p:nvSpPr>
        <p:spPr>
          <a:xfrm>
            <a:off x="7289800" y="2198688"/>
            <a:ext cx="4395788" cy="1631950"/>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pPr marL="285750" indent="-285750" algn="just">
              <a:buFont typeface="Arial" panose="020B0604020202020204" pitchFamily="34" charset="0"/>
              <a:buChar char="•"/>
              <a:defRPr/>
            </a:pPr>
            <a:r>
              <a:rPr lang="en-US" altLang="en-US" sz="2000" dirty="0"/>
              <a:t>Knowledge is not information and information is not data.</a:t>
            </a:r>
          </a:p>
          <a:p>
            <a:pPr marL="285750" indent="-285750" algn="just">
              <a:buFont typeface="Arial" panose="020B0604020202020204" pitchFamily="34" charset="0"/>
              <a:buChar char="•"/>
              <a:defRPr/>
            </a:pPr>
            <a:r>
              <a:rPr lang="en-US" altLang="en-US" sz="2000" dirty="0"/>
              <a:t>Knowledge is derived from information in the same way information is derived from data.</a:t>
            </a:r>
            <a:endParaRPr lang="en-US" sz="2000" dirty="0"/>
          </a:p>
        </p:txBody>
      </p:sp>
      <p:sp>
        <p:nvSpPr>
          <p:cNvPr id="6148" name="Slide Number Placeholder 3">
            <a:extLst>
              <a:ext uri="{FF2B5EF4-FFF2-40B4-BE49-F238E27FC236}">
                <a16:creationId xmlns:a16="http://schemas.microsoft.com/office/drawing/2014/main" id="{0D62FFA9-7A7A-23AD-D7E3-F1969CE0F62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BA2C6A1A-B58E-485E-A710-419D30FDAD85}" type="slidenum">
              <a:rPr lang="en-US" altLang="en-US" smtClean="0"/>
              <a:pPr/>
              <a:t>2</a:t>
            </a:fld>
            <a:endParaRPr lang="en-US"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3AF6089E-B3EE-890C-FE30-3F9858C76ADA}"/>
              </a:ext>
            </a:extLst>
          </p:cNvPr>
          <p:cNvSpPr>
            <a:spLocks noGrp="1"/>
          </p:cNvSpPr>
          <p:nvPr>
            <p:ph type="title"/>
          </p:nvPr>
        </p:nvSpPr>
        <p:spPr/>
        <p:txBody>
          <a:bodyPr/>
          <a:lstStyle/>
          <a:p>
            <a:r>
              <a:rPr lang="en-AU" altLang="en-US" sz="2500"/>
              <a:t>Example</a:t>
            </a:r>
          </a:p>
        </p:txBody>
      </p:sp>
      <p:sp>
        <p:nvSpPr>
          <p:cNvPr id="7171" name="Content Placeholder 2">
            <a:extLst>
              <a:ext uri="{FF2B5EF4-FFF2-40B4-BE49-F238E27FC236}">
                <a16:creationId xmlns:a16="http://schemas.microsoft.com/office/drawing/2014/main" id="{995790D2-5521-BF85-B410-3EB53D11BFC8}"/>
              </a:ext>
            </a:extLst>
          </p:cNvPr>
          <p:cNvSpPr>
            <a:spLocks noGrp="1"/>
          </p:cNvSpPr>
          <p:nvPr>
            <p:ph idx="1"/>
          </p:nvPr>
        </p:nvSpPr>
        <p:spPr/>
        <p:txBody>
          <a:bodyPr/>
          <a:lstStyle/>
          <a:p>
            <a:r>
              <a:rPr lang="en-US" altLang="en-US" sz="2000" b="1">
                <a:latin typeface="Times New Roman" panose="02020603050405020304" pitchFamily="18" charset="0"/>
                <a:cs typeface="Times New Roman" panose="02020603050405020304" pitchFamily="18" charset="0"/>
              </a:rPr>
              <a:t>Data</a:t>
            </a:r>
            <a:r>
              <a:rPr lang="en-US" altLang="en-US">
                <a:latin typeface="Times New Roman" panose="02020603050405020304" pitchFamily="18" charset="0"/>
                <a:cs typeface="Times New Roman" panose="02020603050405020304" pitchFamily="18" charset="0"/>
              </a:rPr>
              <a:t> – </a:t>
            </a:r>
            <a:r>
              <a:rPr lang="en-US" altLang="en-US" sz="1800">
                <a:latin typeface="Times New Roman" panose="02020603050405020304" pitchFamily="18" charset="0"/>
                <a:cs typeface="Times New Roman" panose="02020603050405020304" pitchFamily="18" charset="0"/>
              </a:rPr>
              <a:t>Raw, unprocessed facts (e.g., "500 movie reviews").</a:t>
            </a:r>
          </a:p>
          <a:p>
            <a:r>
              <a:rPr lang="en-US" altLang="en-US" sz="2000" b="1">
                <a:solidFill>
                  <a:srgbClr val="282829"/>
                </a:solidFill>
                <a:latin typeface="Times New Roman" panose="02020603050405020304" pitchFamily="18" charset="0"/>
                <a:cs typeface="Times New Roman" panose="02020603050405020304" pitchFamily="18" charset="0"/>
              </a:rPr>
              <a:t>Information</a:t>
            </a:r>
            <a:r>
              <a:rPr lang="en-US" altLang="en-US">
                <a:solidFill>
                  <a:srgbClr val="282829"/>
                </a:solidFill>
                <a:latin typeface="Times New Roman" panose="02020603050405020304" pitchFamily="18" charset="0"/>
                <a:cs typeface="Times New Roman" panose="02020603050405020304" pitchFamily="18" charset="0"/>
              </a:rPr>
              <a:t> </a:t>
            </a:r>
            <a:r>
              <a:rPr lang="en-US" altLang="en-US" sz="1800">
                <a:solidFill>
                  <a:srgbClr val="282829"/>
                </a:solidFill>
                <a:latin typeface="Times New Roman" panose="02020603050405020304" pitchFamily="18" charset="0"/>
                <a:cs typeface="Times New Roman" panose="02020603050405020304" pitchFamily="18" charset="0"/>
              </a:rPr>
              <a:t>– Processed or structured data (e.g., "300 positive and 200 negative movie reviews").</a:t>
            </a:r>
          </a:p>
          <a:p>
            <a:r>
              <a:rPr lang="en-US" altLang="en-US" sz="2000" b="1">
                <a:solidFill>
                  <a:srgbClr val="282829"/>
                </a:solidFill>
                <a:latin typeface="Times New Roman" panose="02020603050405020304" pitchFamily="18" charset="0"/>
                <a:cs typeface="Times New Roman" panose="02020603050405020304" pitchFamily="18" charset="0"/>
              </a:rPr>
              <a:t>Knowledge</a:t>
            </a:r>
            <a:r>
              <a:rPr lang="en-US" altLang="en-US">
                <a:solidFill>
                  <a:srgbClr val="282829"/>
                </a:solidFill>
                <a:latin typeface="Times New Roman" panose="02020603050405020304" pitchFamily="18" charset="0"/>
                <a:cs typeface="Times New Roman" panose="02020603050405020304" pitchFamily="18" charset="0"/>
              </a:rPr>
              <a:t> – </a:t>
            </a:r>
            <a:r>
              <a:rPr lang="en-US" altLang="en-US" sz="1800">
                <a:solidFill>
                  <a:srgbClr val="282829"/>
                </a:solidFill>
                <a:latin typeface="Times New Roman" panose="02020603050405020304" pitchFamily="18" charset="0"/>
                <a:cs typeface="Times New Roman" panose="02020603050405020304" pitchFamily="18" charset="0"/>
              </a:rPr>
              <a:t>Actionable insights extracted from the information (e.g., "Reviews mentioning 'amazing' and 'great' tend to be positive").</a:t>
            </a:r>
            <a:endParaRPr lang="en-US" altLang="en-US">
              <a:solidFill>
                <a:srgbClr val="282829"/>
              </a:solidFill>
              <a:latin typeface="Times New Roman" panose="02020603050405020304" pitchFamily="18" charset="0"/>
              <a:cs typeface="Times New Roman" panose="02020603050405020304" pitchFamily="18" charset="0"/>
            </a:endParaRPr>
          </a:p>
          <a:p>
            <a:r>
              <a:rPr lang="en-US" altLang="en-US" sz="2000" b="1">
                <a:solidFill>
                  <a:srgbClr val="282829"/>
                </a:solidFill>
                <a:latin typeface="Times New Roman" panose="02020603050405020304" pitchFamily="18" charset="0"/>
                <a:cs typeface="Times New Roman" panose="02020603050405020304" pitchFamily="18" charset="0"/>
              </a:rPr>
              <a:t>Wisdom</a:t>
            </a:r>
            <a:r>
              <a:rPr lang="en-US" altLang="en-US" b="1">
                <a:solidFill>
                  <a:srgbClr val="282829"/>
                </a:solidFill>
                <a:latin typeface="Times New Roman" panose="02020603050405020304" pitchFamily="18" charset="0"/>
                <a:cs typeface="Times New Roman" panose="02020603050405020304" pitchFamily="18" charset="0"/>
              </a:rPr>
              <a:t> – </a:t>
            </a:r>
            <a:r>
              <a:rPr lang="en-US" altLang="en-US" sz="1800">
                <a:solidFill>
                  <a:srgbClr val="282829"/>
                </a:solidFill>
                <a:latin typeface="Times New Roman" panose="02020603050405020304" pitchFamily="18" charset="0"/>
                <a:cs typeface="Times New Roman" panose="02020603050405020304" pitchFamily="18" charset="0"/>
              </a:rPr>
              <a:t>Applying knowledge effectively for decision-making (e.g., "A recommendation system suggests movies based on positive reviews").</a:t>
            </a:r>
            <a:endParaRPr lang="en-AU" altLang="en-US" sz="1800">
              <a:latin typeface="Times New Roman" panose="02020603050405020304" pitchFamily="18" charset="0"/>
              <a:cs typeface="Times New Roman" panose="02020603050405020304" pitchFamily="18" charset="0"/>
            </a:endParaRPr>
          </a:p>
        </p:txBody>
      </p:sp>
      <p:sp>
        <p:nvSpPr>
          <p:cNvPr id="7172" name="Slide Number Placeholder 3">
            <a:extLst>
              <a:ext uri="{FF2B5EF4-FFF2-40B4-BE49-F238E27FC236}">
                <a16:creationId xmlns:a16="http://schemas.microsoft.com/office/drawing/2014/main" id="{11B694FC-729E-4C86-C2C0-643E90340BF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DF47C4AB-642F-4B2B-9DC2-2E789127D213}" type="slidenum">
              <a:rPr lang="en-US" altLang="en-US" smtClean="0"/>
              <a:pPr/>
              <a:t>3</a:t>
            </a:fld>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01C29F78-FBE6-6657-45C7-2B9A51C61659}"/>
              </a:ext>
            </a:extLst>
          </p:cNvPr>
          <p:cNvSpPr>
            <a:spLocks noGrp="1"/>
          </p:cNvSpPr>
          <p:nvPr>
            <p:ph type="title"/>
          </p:nvPr>
        </p:nvSpPr>
        <p:spPr>
          <a:xfrm>
            <a:off x="1143000" y="498475"/>
            <a:ext cx="9875838" cy="1355725"/>
          </a:xfrm>
        </p:spPr>
        <p:txBody>
          <a:bodyPr rtlCol="0">
            <a:normAutofit/>
          </a:bodyPr>
          <a:lstStyle/>
          <a:p>
            <a:pPr eaLnBrk="1" fontAlgn="auto" hangingPunct="1">
              <a:spcAft>
                <a:spcPts val="0"/>
              </a:spcAft>
              <a:defRPr/>
            </a:pPr>
            <a:r>
              <a:rPr lang="en-US" altLang="en-US" sz="2400" b="1" dirty="0">
                <a:solidFill>
                  <a:schemeClr val="tx1">
                    <a:lumMod val="95000"/>
                    <a:lumOff val="5000"/>
                  </a:schemeClr>
                </a:solidFill>
              </a:rPr>
              <a:t>CRISP Data Mining Framework</a:t>
            </a:r>
          </a:p>
        </p:txBody>
      </p:sp>
      <p:sp>
        <p:nvSpPr>
          <p:cNvPr id="4099" name="Content Placeholder 2">
            <a:extLst>
              <a:ext uri="{FF2B5EF4-FFF2-40B4-BE49-F238E27FC236}">
                <a16:creationId xmlns:a16="http://schemas.microsoft.com/office/drawing/2014/main" id="{18349FBD-3A7D-D2AA-F783-AC1D7E84534D}"/>
              </a:ext>
            </a:extLst>
          </p:cNvPr>
          <p:cNvSpPr>
            <a:spLocks noGrp="1"/>
          </p:cNvSpPr>
          <p:nvPr>
            <p:ph idx="1"/>
          </p:nvPr>
        </p:nvSpPr>
        <p:spPr/>
        <p:txBody>
          <a:bodyPr rtlCol="0">
            <a:normAutofit/>
          </a:bodyPr>
          <a:lstStyle/>
          <a:p>
            <a:pPr marL="228600" lvl="1" indent="0" eaLnBrk="1" fontAlgn="auto" hangingPunct="1">
              <a:spcAft>
                <a:spcPts val="0"/>
              </a:spcAft>
              <a:buClr>
                <a:schemeClr val="accent1">
                  <a:lumMod val="75000"/>
                </a:schemeClr>
              </a:buClr>
              <a:buFont typeface="Corbel" panose="020B0503020204020204" pitchFamily="34" charset="0"/>
              <a:buNone/>
              <a:defRPr/>
            </a:pPr>
            <a:endParaRPr lang="en-US" dirty="0">
              <a:solidFill>
                <a:srgbClr val="000000"/>
              </a:solidFill>
              <a:latin typeface="Nunito" panose="020B0604020202020204" pitchFamily="2" charset="0"/>
            </a:endParaRPr>
          </a:p>
          <a:p>
            <a:pPr marL="571500" lvl="1" indent="-342900" eaLnBrk="1" fontAlgn="auto" hangingPunct="1">
              <a:spcAft>
                <a:spcPts val="0"/>
              </a:spcAft>
              <a:buClr>
                <a:schemeClr val="accent1">
                  <a:lumMod val="75000"/>
                </a:schemeClr>
              </a:buClr>
              <a:buFont typeface="Wingdings" panose="05000000000000000000" pitchFamily="2" charset="2"/>
              <a:buChar char="Ø"/>
              <a:defRPr/>
            </a:pPr>
            <a:endParaRPr lang="en-US" dirty="0">
              <a:solidFill>
                <a:srgbClr val="000000"/>
              </a:solidFill>
              <a:latin typeface="Nunito" panose="020B0604020202020204" pitchFamily="2" charset="0"/>
            </a:endParaRPr>
          </a:p>
          <a:p>
            <a:pPr marL="501650" lvl="2" indent="0" eaLnBrk="1" fontAlgn="auto" hangingPunct="1">
              <a:spcAft>
                <a:spcPts val="0"/>
              </a:spcAft>
              <a:buClr>
                <a:schemeClr val="accent1">
                  <a:lumMod val="75000"/>
                </a:schemeClr>
              </a:buClr>
              <a:buFont typeface="Corbel" panose="020B0503020204020204" pitchFamily="34" charset="0"/>
              <a:buNone/>
              <a:defRPr/>
            </a:pPr>
            <a:endParaRPr lang="en-US" dirty="0">
              <a:solidFill>
                <a:srgbClr val="000000"/>
              </a:solidFill>
              <a:latin typeface="Nunito" panose="020B0604020202020204" pitchFamily="2" charset="0"/>
            </a:endParaRPr>
          </a:p>
          <a:p>
            <a:pPr marL="342900" indent="-342900" eaLnBrk="1" fontAlgn="auto" hangingPunct="1">
              <a:spcAft>
                <a:spcPts val="0"/>
              </a:spcAft>
              <a:buClr>
                <a:schemeClr val="accent1">
                  <a:lumMod val="75000"/>
                </a:schemeClr>
              </a:buClr>
              <a:buFont typeface="Wingdings" panose="05000000000000000000" pitchFamily="2" charset="2"/>
              <a:buChar char="Ø"/>
              <a:defRPr/>
            </a:pPr>
            <a:endParaRPr lang="en-US" dirty="0">
              <a:solidFill>
                <a:srgbClr val="000000"/>
              </a:solidFill>
              <a:latin typeface="Nunito" panose="020B0604020202020204" pitchFamily="2" charset="0"/>
            </a:endParaRPr>
          </a:p>
        </p:txBody>
      </p:sp>
      <p:pic>
        <p:nvPicPr>
          <p:cNvPr id="9220" name="Picture 2">
            <a:extLst>
              <a:ext uri="{FF2B5EF4-FFF2-40B4-BE49-F238E27FC236}">
                <a16:creationId xmlns:a16="http://schemas.microsoft.com/office/drawing/2014/main" id="{185EE0A2-EB24-E80B-3C27-5137A18F2E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3050" y="1571625"/>
            <a:ext cx="8189913" cy="501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8D7C96C3-1E8A-1603-71D2-BB8F062CFF21}"/>
              </a:ext>
            </a:extLst>
          </p:cNvPr>
          <p:cNvSpPr>
            <a:spLocks noGrp="1"/>
          </p:cNvSpPr>
          <p:nvPr>
            <p:ph type="title"/>
          </p:nvPr>
        </p:nvSpPr>
        <p:spPr>
          <a:xfrm>
            <a:off x="1143000" y="498475"/>
            <a:ext cx="9875838" cy="1355725"/>
          </a:xfrm>
        </p:spPr>
        <p:txBody>
          <a:bodyPr rtlCol="0">
            <a:normAutofit/>
          </a:bodyPr>
          <a:lstStyle/>
          <a:p>
            <a:pPr eaLnBrk="1" fontAlgn="auto" hangingPunct="1">
              <a:spcAft>
                <a:spcPts val="0"/>
              </a:spcAft>
              <a:defRPr/>
            </a:pPr>
            <a:r>
              <a:rPr lang="en-US" altLang="en-US" sz="2400" b="1" dirty="0">
                <a:solidFill>
                  <a:schemeClr val="tx1">
                    <a:lumMod val="95000"/>
                    <a:lumOff val="5000"/>
                  </a:schemeClr>
                </a:solidFill>
              </a:rPr>
              <a:t>CRISP Data Mining Framework</a:t>
            </a:r>
          </a:p>
        </p:txBody>
      </p:sp>
      <p:sp>
        <p:nvSpPr>
          <p:cNvPr id="4099" name="Content Placeholder 2">
            <a:extLst>
              <a:ext uri="{FF2B5EF4-FFF2-40B4-BE49-F238E27FC236}">
                <a16:creationId xmlns:a16="http://schemas.microsoft.com/office/drawing/2014/main" id="{088A3A7A-9E04-79E9-DDBA-D2F81DFD9F3D}"/>
              </a:ext>
            </a:extLst>
          </p:cNvPr>
          <p:cNvSpPr>
            <a:spLocks noGrp="1"/>
          </p:cNvSpPr>
          <p:nvPr>
            <p:ph idx="1"/>
          </p:nvPr>
        </p:nvSpPr>
        <p:spPr/>
        <p:txBody>
          <a:bodyPr rtlCol="0">
            <a:normAutofit/>
          </a:bodyPr>
          <a:lstStyle/>
          <a:p>
            <a:pPr marL="228600" lvl="1" indent="0" eaLnBrk="1" fontAlgn="auto" hangingPunct="1">
              <a:spcAft>
                <a:spcPts val="0"/>
              </a:spcAft>
              <a:buClr>
                <a:schemeClr val="accent1">
                  <a:lumMod val="75000"/>
                </a:schemeClr>
              </a:buClr>
              <a:buFont typeface="Corbel" panose="020B0503020204020204" pitchFamily="34" charset="0"/>
              <a:buNone/>
              <a:defRPr/>
            </a:pPr>
            <a:endParaRPr lang="en-US" dirty="0">
              <a:solidFill>
                <a:srgbClr val="000000"/>
              </a:solidFill>
              <a:latin typeface="Nunito" panose="020B0604020202020204" pitchFamily="2" charset="0"/>
            </a:endParaRPr>
          </a:p>
          <a:p>
            <a:pPr marL="571500" lvl="1" indent="-342900" eaLnBrk="1" fontAlgn="auto" hangingPunct="1">
              <a:spcAft>
                <a:spcPts val="0"/>
              </a:spcAft>
              <a:buClr>
                <a:schemeClr val="accent1">
                  <a:lumMod val="75000"/>
                </a:schemeClr>
              </a:buClr>
              <a:buFont typeface="Wingdings" panose="05000000000000000000" pitchFamily="2" charset="2"/>
              <a:buChar char="Ø"/>
              <a:defRPr/>
            </a:pPr>
            <a:endParaRPr lang="en-US" dirty="0">
              <a:solidFill>
                <a:srgbClr val="000000"/>
              </a:solidFill>
              <a:latin typeface="Nunito" panose="020B0604020202020204" pitchFamily="2" charset="0"/>
            </a:endParaRPr>
          </a:p>
          <a:p>
            <a:pPr marL="501650" lvl="2" indent="0" eaLnBrk="1" fontAlgn="auto" hangingPunct="1">
              <a:spcAft>
                <a:spcPts val="0"/>
              </a:spcAft>
              <a:buClr>
                <a:schemeClr val="accent1">
                  <a:lumMod val="75000"/>
                </a:schemeClr>
              </a:buClr>
              <a:buFont typeface="Corbel" panose="020B0503020204020204" pitchFamily="34" charset="0"/>
              <a:buNone/>
              <a:defRPr/>
            </a:pPr>
            <a:endParaRPr lang="en-US" dirty="0">
              <a:solidFill>
                <a:srgbClr val="000000"/>
              </a:solidFill>
              <a:latin typeface="Nunito" panose="020B0604020202020204" pitchFamily="2" charset="0"/>
            </a:endParaRPr>
          </a:p>
          <a:p>
            <a:pPr marL="342900" indent="-342900" eaLnBrk="1" fontAlgn="auto" hangingPunct="1">
              <a:spcAft>
                <a:spcPts val="0"/>
              </a:spcAft>
              <a:buClr>
                <a:schemeClr val="accent1">
                  <a:lumMod val="75000"/>
                </a:schemeClr>
              </a:buClr>
              <a:buFont typeface="Wingdings" panose="05000000000000000000" pitchFamily="2" charset="2"/>
              <a:buChar char="Ø"/>
              <a:defRPr/>
            </a:pPr>
            <a:endParaRPr lang="en-US" dirty="0">
              <a:solidFill>
                <a:srgbClr val="000000"/>
              </a:solidFill>
              <a:latin typeface="Nunito" panose="020B0604020202020204" pitchFamily="2" charset="0"/>
            </a:endParaRPr>
          </a:p>
        </p:txBody>
      </p:sp>
      <p:sp>
        <p:nvSpPr>
          <p:cNvPr id="10244" name="TextBox 10">
            <a:extLst>
              <a:ext uri="{FF2B5EF4-FFF2-40B4-BE49-F238E27FC236}">
                <a16:creationId xmlns:a16="http://schemas.microsoft.com/office/drawing/2014/main" id="{C4996D82-0206-7092-03E0-A0E69BD313F8}"/>
              </a:ext>
            </a:extLst>
          </p:cNvPr>
          <p:cNvSpPr txBox="1">
            <a:spLocks noChangeArrowheads="1"/>
          </p:cNvSpPr>
          <p:nvPr/>
        </p:nvSpPr>
        <p:spPr bwMode="auto">
          <a:xfrm>
            <a:off x="1176338" y="2057400"/>
            <a:ext cx="9736137" cy="378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just">
              <a:lnSpc>
                <a:spcPct val="150000"/>
              </a:lnSpc>
            </a:pPr>
            <a:r>
              <a:rPr lang="en-US" altLang="en-US">
                <a:latin typeface="Times New Roman" panose="02020603050405020304" pitchFamily="18" charset="0"/>
                <a:cs typeface="Times New Roman" panose="02020603050405020304" pitchFamily="18" charset="0"/>
              </a:rPr>
              <a:t>The CRoss Industry Standard Process for Data Mining (CRISP-DM) is a process model that serves as the base for a data science process. It has six sequential phases:</a:t>
            </a:r>
          </a:p>
          <a:p>
            <a:pPr algn="just">
              <a:lnSpc>
                <a:spcPct val="150000"/>
              </a:lnSpc>
            </a:pPr>
            <a:endParaRPr lang="en-US" altLang="en-US">
              <a:latin typeface="Times New Roman" panose="02020603050405020304" pitchFamily="18" charset="0"/>
              <a:cs typeface="Times New Roman" panose="02020603050405020304" pitchFamily="18" charset="0"/>
            </a:endParaRPr>
          </a:p>
          <a:p>
            <a:pPr algn="just">
              <a:lnSpc>
                <a:spcPct val="150000"/>
              </a:lnSpc>
            </a:pPr>
            <a:r>
              <a:rPr lang="en-US" altLang="en-US" b="1">
                <a:latin typeface="Times New Roman" panose="02020603050405020304" pitchFamily="18" charset="0"/>
                <a:cs typeface="Times New Roman" panose="02020603050405020304" pitchFamily="18" charset="0"/>
              </a:rPr>
              <a:t>Business understanding </a:t>
            </a:r>
            <a:r>
              <a:rPr lang="en-US" altLang="en-US">
                <a:latin typeface="Times New Roman" panose="02020603050405020304" pitchFamily="18" charset="0"/>
                <a:cs typeface="Times New Roman" panose="02020603050405020304" pitchFamily="18" charset="0"/>
              </a:rPr>
              <a:t>– What does the business need?</a:t>
            </a:r>
          </a:p>
          <a:p>
            <a:pPr algn="just">
              <a:lnSpc>
                <a:spcPct val="150000"/>
              </a:lnSpc>
            </a:pPr>
            <a:r>
              <a:rPr lang="en-US" altLang="en-US" b="1">
                <a:latin typeface="Times New Roman" panose="02020603050405020304" pitchFamily="18" charset="0"/>
                <a:cs typeface="Times New Roman" panose="02020603050405020304" pitchFamily="18" charset="0"/>
              </a:rPr>
              <a:t>Data understanding </a:t>
            </a:r>
            <a:r>
              <a:rPr lang="en-US" altLang="en-US">
                <a:latin typeface="Times New Roman" panose="02020603050405020304" pitchFamily="18" charset="0"/>
                <a:cs typeface="Times New Roman" panose="02020603050405020304" pitchFamily="18" charset="0"/>
              </a:rPr>
              <a:t>– What data do we have / need? Is it clean?</a:t>
            </a:r>
          </a:p>
          <a:p>
            <a:pPr algn="just">
              <a:lnSpc>
                <a:spcPct val="150000"/>
              </a:lnSpc>
            </a:pPr>
            <a:r>
              <a:rPr lang="en-US" altLang="en-US" b="1">
                <a:latin typeface="Times New Roman" panose="02020603050405020304" pitchFamily="18" charset="0"/>
                <a:cs typeface="Times New Roman" panose="02020603050405020304" pitchFamily="18" charset="0"/>
              </a:rPr>
              <a:t>Data preparation </a:t>
            </a:r>
            <a:r>
              <a:rPr lang="en-US" altLang="en-US">
                <a:latin typeface="Times New Roman" panose="02020603050405020304" pitchFamily="18" charset="0"/>
                <a:cs typeface="Times New Roman" panose="02020603050405020304" pitchFamily="18" charset="0"/>
              </a:rPr>
              <a:t>– How do we organize the data for modeling?</a:t>
            </a:r>
          </a:p>
          <a:p>
            <a:pPr algn="just">
              <a:lnSpc>
                <a:spcPct val="150000"/>
              </a:lnSpc>
            </a:pPr>
            <a:r>
              <a:rPr lang="en-US" altLang="en-US" b="1">
                <a:latin typeface="Times New Roman" panose="02020603050405020304" pitchFamily="18" charset="0"/>
                <a:cs typeface="Times New Roman" panose="02020603050405020304" pitchFamily="18" charset="0"/>
              </a:rPr>
              <a:t>Modeling</a:t>
            </a:r>
            <a:r>
              <a:rPr lang="en-US" altLang="en-US">
                <a:latin typeface="Times New Roman" panose="02020603050405020304" pitchFamily="18" charset="0"/>
                <a:cs typeface="Times New Roman" panose="02020603050405020304" pitchFamily="18" charset="0"/>
              </a:rPr>
              <a:t> – What modeling techniques should we apply?</a:t>
            </a:r>
          </a:p>
          <a:p>
            <a:pPr algn="just">
              <a:lnSpc>
                <a:spcPct val="150000"/>
              </a:lnSpc>
            </a:pPr>
            <a:r>
              <a:rPr lang="en-US" altLang="en-US" b="1">
                <a:latin typeface="Times New Roman" panose="02020603050405020304" pitchFamily="18" charset="0"/>
                <a:cs typeface="Times New Roman" panose="02020603050405020304" pitchFamily="18" charset="0"/>
              </a:rPr>
              <a:t>Evaluation</a:t>
            </a:r>
            <a:r>
              <a:rPr lang="en-US" altLang="en-US">
                <a:latin typeface="Times New Roman" panose="02020603050405020304" pitchFamily="18" charset="0"/>
                <a:cs typeface="Times New Roman" panose="02020603050405020304" pitchFamily="18" charset="0"/>
              </a:rPr>
              <a:t> – Which model best meets the business objectives?</a:t>
            </a:r>
          </a:p>
          <a:p>
            <a:pPr algn="just">
              <a:lnSpc>
                <a:spcPct val="150000"/>
              </a:lnSpc>
            </a:pPr>
            <a:r>
              <a:rPr lang="en-US" altLang="en-US" b="1">
                <a:latin typeface="Times New Roman" panose="02020603050405020304" pitchFamily="18" charset="0"/>
                <a:cs typeface="Times New Roman" panose="02020603050405020304" pitchFamily="18" charset="0"/>
              </a:rPr>
              <a:t>Deployment</a:t>
            </a:r>
            <a:r>
              <a:rPr lang="en-US" altLang="en-US">
                <a:latin typeface="Times New Roman" panose="02020603050405020304" pitchFamily="18" charset="0"/>
                <a:cs typeface="Times New Roman" panose="02020603050405020304" pitchFamily="18" charset="0"/>
              </a:rPr>
              <a:t> – How do stakeholders access the results?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62BFE2DC-2D6F-227A-12C8-C3816E19720E}"/>
              </a:ext>
            </a:extLst>
          </p:cNvPr>
          <p:cNvSpPr>
            <a:spLocks noGrp="1"/>
          </p:cNvSpPr>
          <p:nvPr>
            <p:ph type="title"/>
          </p:nvPr>
        </p:nvSpPr>
        <p:spPr>
          <a:xfrm>
            <a:off x="1143000" y="547688"/>
            <a:ext cx="9875838" cy="681037"/>
          </a:xfrm>
        </p:spPr>
        <p:txBody>
          <a:bodyPr/>
          <a:lstStyle/>
          <a:p>
            <a:pPr marL="342900" indent="-342900" eaLnBrk="1" hangingPunct="1">
              <a:buClr>
                <a:srgbClr val="0B5395"/>
              </a:buClr>
            </a:pPr>
            <a:r>
              <a:rPr lang="en-US" altLang="en-US" sz="2400" b="1">
                <a:solidFill>
                  <a:srgbClr val="000000"/>
                </a:solidFill>
                <a:latin typeface="Nunito" pitchFamily="2" charset="0"/>
              </a:rPr>
              <a:t>Data Science Process</a:t>
            </a:r>
          </a:p>
        </p:txBody>
      </p:sp>
      <p:sp>
        <p:nvSpPr>
          <p:cNvPr id="7171" name="Content Placeholder 2">
            <a:extLst>
              <a:ext uri="{FF2B5EF4-FFF2-40B4-BE49-F238E27FC236}">
                <a16:creationId xmlns:a16="http://schemas.microsoft.com/office/drawing/2014/main" id="{8D77D6FD-B1E9-929B-B8B9-D2D3C7042CB1}"/>
              </a:ext>
            </a:extLst>
          </p:cNvPr>
          <p:cNvSpPr>
            <a:spLocks noGrp="1"/>
          </p:cNvSpPr>
          <p:nvPr>
            <p:ph idx="1"/>
          </p:nvPr>
        </p:nvSpPr>
        <p:spPr/>
        <p:txBody>
          <a:bodyPr rtlCol="0">
            <a:normAutofit/>
          </a:bodyPr>
          <a:lstStyle/>
          <a:p>
            <a:pPr marL="46037" indent="0">
              <a:buFont typeface="Corbel" panose="020B0503020204020204" pitchFamily="34" charset="0"/>
              <a:buNone/>
              <a:defRPr/>
            </a:pPr>
            <a:endParaRPr lang="en-US" altLang="en-US" sz="1800" dirty="0">
              <a:latin typeface="NewBaskerville-Roman"/>
            </a:endParaRPr>
          </a:p>
          <a:p>
            <a:pPr marL="46037" indent="0">
              <a:buFont typeface="Corbel" panose="020B0503020204020204" pitchFamily="34" charset="0"/>
              <a:buNone/>
              <a:defRPr/>
            </a:pPr>
            <a:endParaRPr lang="en-US" altLang="en-US" dirty="0"/>
          </a:p>
          <a:p>
            <a:pPr marL="0" indent="0" eaLnBrk="1" fontAlgn="auto" hangingPunct="1">
              <a:spcAft>
                <a:spcPts val="0"/>
              </a:spcAft>
              <a:buClr>
                <a:schemeClr val="accent1">
                  <a:lumMod val="75000"/>
                </a:schemeClr>
              </a:buClr>
              <a:buFont typeface="Corbel" panose="020B0503020204020204" pitchFamily="34" charset="0"/>
              <a:buNone/>
              <a:defRPr/>
            </a:pPr>
            <a:endParaRPr lang="en-US" altLang="en-US" dirty="0"/>
          </a:p>
        </p:txBody>
      </p:sp>
      <p:pic>
        <p:nvPicPr>
          <p:cNvPr id="11268" name="Picture 8">
            <a:extLst>
              <a:ext uri="{FF2B5EF4-FFF2-40B4-BE49-F238E27FC236}">
                <a16:creationId xmlns:a16="http://schemas.microsoft.com/office/drawing/2014/main" id="{151FD285-E22E-4B07-9198-68547AADF7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2275" y="1323975"/>
            <a:ext cx="8420100" cy="477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1C221BBF-4A32-B095-8D28-4E2BC4D8D5FE}"/>
              </a:ext>
            </a:extLst>
          </p:cNvPr>
          <p:cNvSpPr>
            <a:spLocks noGrp="1"/>
          </p:cNvSpPr>
          <p:nvPr>
            <p:ph type="title"/>
          </p:nvPr>
        </p:nvSpPr>
        <p:spPr>
          <a:xfrm>
            <a:off x="1143000" y="609600"/>
            <a:ext cx="9875838" cy="720725"/>
          </a:xfrm>
        </p:spPr>
        <p:txBody>
          <a:bodyPr/>
          <a:lstStyle/>
          <a:p>
            <a:r>
              <a:rPr lang="en-US" altLang="en-US" sz="2400" b="1"/>
              <a:t>Prior Knowledge</a:t>
            </a:r>
          </a:p>
        </p:txBody>
      </p:sp>
      <p:sp>
        <p:nvSpPr>
          <p:cNvPr id="3" name="Content Placeholder 2">
            <a:extLst>
              <a:ext uri="{FF2B5EF4-FFF2-40B4-BE49-F238E27FC236}">
                <a16:creationId xmlns:a16="http://schemas.microsoft.com/office/drawing/2014/main" id="{3B1407D5-B978-EEF3-CB5F-E17DF62F3917}"/>
              </a:ext>
            </a:extLst>
          </p:cNvPr>
          <p:cNvSpPr>
            <a:spLocks noGrp="1"/>
          </p:cNvSpPr>
          <p:nvPr>
            <p:ph idx="1"/>
          </p:nvPr>
        </p:nvSpPr>
        <p:spPr>
          <a:xfrm>
            <a:off x="1143000" y="1330325"/>
            <a:ext cx="9872663" cy="4765675"/>
          </a:xfrm>
        </p:spPr>
        <p:txBody>
          <a:bodyPr/>
          <a:lstStyle/>
          <a:p>
            <a:pPr marL="63500" indent="0">
              <a:spcBef>
                <a:spcPts val="640"/>
              </a:spcBef>
              <a:spcAft>
                <a:spcPts val="0"/>
              </a:spcAft>
              <a:buFont typeface="Corbel" panose="020B0503020204020204" pitchFamily="34" charset="0"/>
              <a:buNone/>
              <a:defRPr/>
            </a:pPr>
            <a:r>
              <a:rPr lang="en-US" sz="1800" dirty="0">
                <a:solidFill>
                  <a:srgbClr val="000000"/>
                </a:solidFill>
                <a:latin typeface="Arial" panose="020B0604020202020204" pitchFamily="34" charset="0"/>
              </a:rPr>
              <a:t>Gaining information on:</a:t>
            </a:r>
          </a:p>
          <a:p>
            <a:pPr marL="63500" indent="0">
              <a:spcBef>
                <a:spcPts val="640"/>
              </a:spcBef>
              <a:spcAft>
                <a:spcPts val="0"/>
              </a:spcAft>
              <a:buFont typeface="Corbel" panose="020B0503020204020204" pitchFamily="34" charset="0"/>
              <a:buNone/>
              <a:defRPr/>
            </a:pPr>
            <a:endParaRPr lang="en-US" sz="1800" dirty="0">
              <a:solidFill>
                <a:srgbClr val="000000"/>
              </a:solidFill>
              <a:latin typeface="Arial" panose="020B0604020202020204" pitchFamily="34" charset="0"/>
            </a:endParaRPr>
          </a:p>
          <a:p>
            <a:pPr marL="349250" indent="-285750">
              <a:spcBef>
                <a:spcPts val="640"/>
              </a:spcBef>
              <a:spcAft>
                <a:spcPts val="0"/>
              </a:spcAft>
              <a:buFont typeface="Wingdings" panose="05000000000000000000" pitchFamily="2" charset="2"/>
              <a:buChar char="Ø"/>
              <a:defRPr/>
            </a:pPr>
            <a:r>
              <a:rPr lang="en-US" sz="1800" dirty="0">
                <a:solidFill>
                  <a:srgbClr val="000000"/>
                </a:solidFill>
                <a:latin typeface="Arial" panose="020B0604020202020204" pitchFamily="34" charset="0"/>
              </a:rPr>
              <a:t>Objective of the problem</a:t>
            </a:r>
          </a:p>
          <a:p>
            <a:pPr marL="349250" indent="-285750">
              <a:spcBef>
                <a:spcPts val="640"/>
              </a:spcBef>
              <a:spcAft>
                <a:spcPts val="0"/>
              </a:spcAft>
              <a:buFont typeface="Wingdings" panose="05000000000000000000" pitchFamily="2" charset="2"/>
              <a:buChar char="Ø"/>
              <a:defRPr/>
            </a:pPr>
            <a:r>
              <a:rPr lang="en-US" sz="1800" dirty="0">
                <a:solidFill>
                  <a:srgbClr val="000000"/>
                </a:solidFill>
                <a:latin typeface="Arial" panose="020B0604020202020204" pitchFamily="34" charset="0"/>
              </a:rPr>
              <a:t>Subject area of the problem</a:t>
            </a:r>
          </a:p>
          <a:p>
            <a:pPr marL="349250" indent="-285750">
              <a:spcBef>
                <a:spcPts val="640"/>
              </a:spcBef>
              <a:spcAft>
                <a:spcPts val="0"/>
              </a:spcAft>
              <a:buFont typeface="Wingdings" panose="05000000000000000000" pitchFamily="2" charset="2"/>
              <a:buChar char="Ø"/>
              <a:defRPr/>
            </a:pPr>
            <a:r>
              <a:rPr lang="en-US" sz="1800" dirty="0">
                <a:solidFill>
                  <a:srgbClr val="000000"/>
                </a:solidFill>
                <a:latin typeface="Arial" panose="020B0604020202020204" pitchFamily="34" charset="0"/>
              </a:rPr>
              <a:t>Data</a:t>
            </a:r>
          </a:p>
          <a:p>
            <a:pPr>
              <a:defRPr/>
            </a:pP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53F5F396-B3B9-4518-50B3-3FF85E0AE3E7}"/>
              </a:ext>
            </a:extLst>
          </p:cNvPr>
          <p:cNvSpPr>
            <a:spLocks noGrp="1"/>
          </p:cNvSpPr>
          <p:nvPr>
            <p:ph type="title"/>
          </p:nvPr>
        </p:nvSpPr>
        <p:spPr>
          <a:xfrm>
            <a:off x="1143000" y="588963"/>
            <a:ext cx="9875838" cy="720725"/>
          </a:xfrm>
        </p:spPr>
        <p:txBody>
          <a:bodyPr/>
          <a:lstStyle/>
          <a:p>
            <a:r>
              <a:rPr lang="en-US" altLang="en-US" sz="2400">
                <a:solidFill>
                  <a:srgbClr val="000000"/>
                </a:solidFill>
                <a:latin typeface="Arial" panose="020B0604020202020204" pitchFamily="34" charset="0"/>
              </a:rPr>
              <a:t>Objective of the problem </a:t>
            </a:r>
            <a:endParaRPr lang="en-US" altLang="en-US" sz="2400" b="1"/>
          </a:p>
        </p:txBody>
      </p:sp>
      <p:sp>
        <p:nvSpPr>
          <p:cNvPr id="13315" name="Content Placeholder 2">
            <a:extLst>
              <a:ext uri="{FF2B5EF4-FFF2-40B4-BE49-F238E27FC236}">
                <a16:creationId xmlns:a16="http://schemas.microsoft.com/office/drawing/2014/main" id="{97A93735-435C-9FC6-1D25-706CAF9E9C77}"/>
              </a:ext>
            </a:extLst>
          </p:cNvPr>
          <p:cNvSpPr>
            <a:spLocks noGrp="1"/>
          </p:cNvSpPr>
          <p:nvPr>
            <p:ph idx="1"/>
          </p:nvPr>
        </p:nvSpPr>
        <p:spPr>
          <a:xfrm>
            <a:off x="1143000" y="1330325"/>
            <a:ext cx="9872663" cy="4765675"/>
          </a:xfrm>
        </p:spPr>
        <p:txBody>
          <a:bodyPr/>
          <a:lstStyle/>
          <a:p>
            <a:pPr marL="44450" indent="0" algn="just">
              <a:lnSpc>
                <a:spcPct val="150000"/>
              </a:lnSpc>
              <a:buFont typeface="Corbel" panose="020B0503020204020204" pitchFamily="34" charset="0"/>
              <a:buNone/>
            </a:pPr>
            <a:r>
              <a:rPr lang="en-US" altLang="en-US" sz="1800">
                <a:latin typeface="Times New Roman" panose="02020603050405020304" pitchFamily="18" charset="0"/>
                <a:cs typeface="Times New Roman" panose="02020603050405020304" pitchFamily="18" charset="0"/>
              </a:rPr>
              <a:t>The data science process starts with a need for analysis, a question, or a business objective. </a:t>
            </a:r>
            <a:r>
              <a:rPr lang="en-US" altLang="en-US" sz="1800">
                <a:solidFill>
                  <a:srgbClr val="000000"/>
                </a:solidFill>
                <a:latin typeface="Times New Roman" panose="02020603050405020304" pitchFamily="18" charset="0"/>
                <a:cs typeface="Times New Roman" panose="02020603050405020304" pitchFamily="18" charset="0"/>
              </a:rPr>
              <a:t>This is possibly the most important step in the data science Process. Without a well-defined statement of the problem, it is impossible to come up with the right dataset and pick the right data science algorithm.</a:t>
            </a:r>
          </a:p>
          <a:p>
            <a:pPr marL="44450" indent="0" algn="just">
              <a:lnSpc>
                <a:spcPct val="150000"/>
              </a:lnSpc>
              <a:buFont typeface="Corbel" panose="020B0503020204020204" pitchFamily="34" charset="0"/>
              <a:buNone/>
            </a:pPr>
            <a:r>
              <a:rPr lang="en-US" altLang="en-US" sz="1800" b="1">
                <a:solidFill>
                  <a:srgbClr val="000000"/>
                </a:solidFill>
                <a:latin typeface="Times New Roman" panose="02020603050405020304" pitchFamily="18" charset="0"/>
                <a:cs typeface="Times New Roman" panose="02020603050405020304" pitchFamily="18" charset="0"/>
              </a:rPr>
              <a:t>Example </a:t>
            </a:r>
            <a:r>
              <a:rPr lang="en-US" altLang="en-US" sz="1800">
                <a:solidFill>
                  <a:srgbClr val="000000"/>
                </a:solidFill>
                <a:latin typeface="Times New Roman" panose="02020603050405020304" pitchFamily="18" charset="0"/>
                <a:cs typeface="Times New Roman" panose="02020603050405020304" pitchFamily="18" charset="0"/>
              </a:rPr>
              <a:t>: The business objective of this hypothetical case is: If the interest rate of past borrowers with a range of credit scores is known, can the interest rate for a new borrower be predicted?</a:t>
            </a:r>
            <a:endParaRPr lang="en-US" altLang="en-US" sz="1800">
              <a:latin typeface="Times New Roman" panose="02020603050405020304" pitchFamily="18" charset="0"/>
              <a:cs typeface="Times New Roman" panose="02020603050405020304" pitchFamily="18" charset="0"/>
            </a:endParaRPr>
          </a:p>
          <a:p>
            <a:pPr marL="44450" indent="0">
              <a:buFont typeface="Corbel" panose="020B0503020204020204" pitchFamily="34" charset="0"/>
              <a:buNone/>
            </a:pPr>
            <a:endParaRPr lang="en-US"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B518CAEC-0680-3394-B223-D93515487E07}"/>
              </a:ext>
            </a:extLst>
          </p:cNvPr>
          <p:cNvSpPr>
            <a:spLocks noGrp="1"/>
          </p:cNvSpPr>
          <p:nvPr>
            <p:ph type="title"/>
          </p:nvPr>
        </p:nvSpPr>
        <p:spPr>
          <a:xfrm>
            <a:off x="1143000" y="588963"/>
            <a:ext cx="9875838" cy="720725"/>
          </a:xfrm>
        </p:spPr>
        <p:txBody>
          <a:bodyPr/>
          <a:lstStyle/>
          <a:p>
            <a:r>
              <a:rPr lang="en-US" altLang="en-US" sz="2400">
                <a:solidFill>
                  <a:srgbClr val="000000"/>
                </a:solidFill>
                <a:latin typeface="Arial" panose="020B0604020202020204" pitchFamily="34" charset="0"/>
              </a:rPr>
              <a:t>Subject area of the problem</a:t>
            </a:r>
          </a:p>
        </p:txBody>
      </p:sp>
      <p:sp>
        <p:nvSpPr>
          <p:cNvPr id="14339" name="Content Placeholder 2">
            <a:extLst>
              <a:ext uri="{FF2B5EF4-FFF2-40B4-BE49-F238E27FC236}">
                <a16:creationId xmlns:a16="http://schemas.microsoft.com/office/drawing/2014/main" id="{49C5B67E-2D45-CAEF-CD00-3EC10B65BCC9}"/>
              </a:ext>
            </a:extLst>
          </p:cNvPr>
          <p:cNvSpPr>
            <a:spLocks noGrp="1"/>
          </p:cNvSpPr>
          <p:nvPr>
            <p:ph idx="1"/>
          </p:nvPr>
        </p:nvSpPr>
        <p:spPr>
          <a:xfrm>
            <a:off x="1143000" y="1330325"/>
            <a:ext cx="9872663" cy="4765675"/>
          </a:xfrm>
        </p:spPr>
        <p:txBody>
          <a:bodyPr/>
          <a:lstStyle/>
          <a:p>
            <a:pPr marL="44450" indent="0" algn="just">
              <a:lnSpc>
                <a:spcPct val="150000"/>
              </a:lnSpc>
              <a:buFont typeface="Corbel" panose="020B0503020204020204" pitchFamily="34" charset="0"/>
              <a:buNone/>
            </a:pPr>
            <a:r>
              <a:rPr lang="en-US" altLang="en-US" sz="1800">
                <a:latin typeface="Times New Roman" panose="02020603050405020304" pitchFamily="18" charset="0"/>
                <a:cs typeface="Times New Roman" panose="02020603050405020304" pitchFamily="18" charset="0"/>
              </a:rPr>
              <a:t>The process of data science uncovers hidden patterns in the dataset by exposing relationships between attributes. But the problem is that it uncovers a lot of patterns. The false or spurious signals are a major problem in the data science process. It is up to the practitioner to sift through the exposed patterns and accept the ones that are valid and relevant to the answer to the objective question. Hence, it is essential to know the subject matter, the context, and the business process generating the data.</a:t>
            </a:r>
          </a:p>
          <a:p>
            <a:pPr marL="44450" indent="0" algn="just">
              <a:lnSpc>
                <a:spcPct val="150000"/>
              </a:lnSpc>
              <a:buFont typeface="Corbel" panose="020B0503020204020204" pitchFamily="34" charset="0"/>
              <a:buNone/>
            </a:pPr>
            <a:r>
              <a:rPr lang="en-US" altLang="en-US" sz="1800" b="1">
                <a:latin typeface="Times New Roman" panose="02020603050405020304" pitchFamily="18" charset="0"/>
                <a:cs typeface="Times New Roman" panose="02020603050405020304" pitchFamily="18" charset="0"/>
              </a:rPr>
              <a:t>Example:</a:t>
            </a:r>
            <a:r>
              <a:rPr lang="en-US" altLang="en-US" sz="1800">
                <a:latin typeface="Times New Roman" panose="02020603050405020304" pitchFamily="18" charset="0"/>
                <a:cs typeface="Times New Roman" panose="02020603050405020304" pitchFamily="18" charset="0"/>
              </a:rPr>
              <a:t> The lending business is one of the oldest, most prevalent, and complex of al the businesses. If the objective is to predict the lending interest rate, then it is important to know how the lending business works,</a:t>
            </a:r>
          </a:p>
          <a:p>
            <a:pPr marL="44450" indent="0" algn="just">
              <a:lnSpc>
                <a:spcPct val="150000"/>
              </a:lnSpc>
              <a:buFont typeface="Corbel" panose="020B0503020204020204" pitchFamily="34" charset="0"/>
              <a:buNone/>
            </a:pPr>
            <a:endParaRPr lang="en-US" altLang="en-US" sz="1800">
              <a:latin typeface="Times New Roman" panose="02020603050405020304" pitchFamily="18" charset="0"/>
              <a:cs typeface="Times New Roman" panose="02020603050405020304" pitchFamily="18" charset="0"/>
            </a:endParaRPr>
          </a:p>
          <a:p>
            <a:pPr marL="44450" indent="0" algn="just">
              <a:lnSpc>
                <a:spcPct val="150000"/>
              </a:lnSpc>
              <a:buFont typeface="Corbel" panose="020B0503020204020204" pitchFamily="34" charset="0"/>
              <a:buNone/>
            </a:pPr>
            <a:endParaRPr lang="en-US"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215BC1C7-B3FB-29EB-499D-476604F7A5D5}"/>
              </a:ext>
            </a:extLst>
          </p:cNvPr>
          <p:cNvSpPr>
            <a:spLocks noGrp="1"/>
          </p:cNvSpPr>
          <p:nvPr>
            <p:ph type="title"/>
          </p:nvPr>
        </p:nvSpPr>
        <p:spPr>
          <a:xfrm>
            <a:off x="1143000" y="549275"/>
            <a:ext cx="9875838" cy="720725"/>
          </a:xfrm>
        </p:spPr>
        <p:txBody>
          <a:bodyPr/>
          <a:lstStyle/>
          <a:p>
            <a:r>
              <a:rPr lang="en-US" altLang="en-US" sz="2400">
                <a:solidFill>
                  <a:srgbClr val="000000"/>
                </a:solidFill>
                <a:latin typeface="Arial" panose="020B0604020202020204" pitchFamily="34" charset="0"/>
              </a:rPr>
              <a:t>Data</a:t>
            </a:r>
          </a:p>
        </p:txBody>
      </p:sp>
      <p:sp>
        <p:nvSpPr>
          <p:cNvPr id="3" name="Content Placeholder 2">
            <a:extLst>
              <a:ext uri="{FF2B5EF4-FFF2-40B4-BE49-F238E27FC236}">
                <a16:creationId xmlns:a16="http://schemas.microsoft.com/office/drawing/2014/main" id="{4BD46047-FD08-615F-0F7B-6B386CA9E772}"/>
              </a:ext>
            </a:extLst>
          </p:cNvPr>
          <p:cNvSpPr>
            <a:spLocks noGrp="1"/>
          </p:cNvSpPr>
          <p:nvPr>
            <p:ph idx="1"/>
          </p:nvPr>
        </p:nvSpPr>
        <p:spPr>
          <a:xfrm>
            <a:off x="1143000" y="1330325"/>
            <a:ext cx="9872663" cy="4765675"/>
          </a:xfrm>
        </p:spPr>
        <p:txBody>
          <a:bodyPr/>
          <a:lstStyle/>
          <a:p>
            <a:pPr marL="46037" indent="0" algn="just">
              <a:lnSpc>
                <a:spcPct val="150000"/>
              </a:lnSpc>
              <a:buFont typeface="Corbel" panose="020B0503020204020204" pitchFamily="34" charset="0"/>
              <a:buNone/>
              <a:defRPr/>
            </a:pPr>
            <a:r>
              <a:rPr lang="en-US" sz="1800" dirty="0">
                <a:latin typeface="Times New Roman" panose="02020603050405020304" pitchFamily="18" charset="0"/>
                <a:cs typeface="Times New Roman" panose="02020603050405020304" pitchFamily="18" charset="0"/>
              </a:rPr>
              <a:t>Understanding how the data is collected, stored, transformed, reported, and used is essential to the data science process</a:t>
            </a:r>
            <a:r>
              <a:rPr lang="en-US" sz="1800" dirty="0">
                <a:solidFill>
                  <a:srgbClr val="000000"/>
                </a:solidFill>
                <a:latin typeface="Times New Roman" panose="02020603050405020304" pitchFamily="18" charset="0"/>
                <a:cs typeface="Times New Roman" panose="02020603050405020304" pitchFamily="18" charset="0"/>
              </a:rPr>
              <a:t>. There are quite a range of factors to consider: quality of the data, quantity of data. The objective of this step is to come up with a dataset to answer the business question through the data science process. </a:t>
            </a:r>
            <a:r>
              <a:rPr lang="en-US" sz="1800" dirty="0">
                <a:latin typeface="Times New Roman" panose="02020603050405020304" pitchFamily="18" charset="0"/>
                <a:cs typeface="Times New Roman" panose="02020603050405020304" pitchFamily="18" charset="0"/>
              </a:rPr>
              <a:t>For the following example, a sample dataset of ten data points with three attributes has been put together: identifier, credit score, and interest rate. </a:t>
            </a:r>
          </a:p>
          <a:p>
            <a:pPr marL="46037" indent="0" algn="just">
              <a:lnSpc>
                <a:spcPct val="150000"/>
              </a:lnSpc>
              <a:buFont typeface="Corbel" panose="020B0503020204020204" pitchFamily="34" charset="0"/>
              <a:buNone/>
              <a:defRPr/>
            </a:pPr>
            <a:endParaRPr lang="en-US" sz="1800" dirty="0">
              <a:latin typeface="Times New Roman" panose="02020603050405020304" pitchFamily="18" charset="0"/>
              <a:cs typeface="Times New Roman" panose="02020603050405020304" pitchFamily="18" charset="0"/>
            </a:endParaRPr>
          </a:p>
          <a:p>
            <a:pPr>
              <a:defRPr/>
            </a:pP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BAB9B05F-80F5-8021-D63C-4FB268AFACCA}"/>
              </a:ext>
            </a:extLst>
          </p:cNvPr>
          <p:cNvSpPr>
            <a:spLocks noGrp="1"/>
          </p:cNvSpPr>
          <p:nvPr>
            <p:ph type="title"/>
          </p:nvPr>
        </p:nvSpPr>
        <p:spPr>
          <a:xfrm>
            <a:off x="1143000" y="549275"/>
            <a:ext cx="9875838" cy="933450"/>
          </a:xfrm>
        </p:spPr>
        <p:txBody>
          <a:bodyPr/>
          <a:lstStyle/>
          <a:p>
            <a:pPr>
              <a:defRPr/>
            </a:pPr>
            <a:r>
              <a:rPr lang="en-US" altLang="en-US" sz="2400" dirty="0">
                <a:solidFill>
                  <a:schemeClr val="tx1">
                    <a:lumMod val="95000"/>
                    <a:lumOff val="5000"/>
                  </a:schemeClr>
                </a:solidFill>
                <a:latin typeface="Arial" panose="020B0604020202020204" pitchFamily="34" charset="0"/>
                <a:cs typeface="Arial" panose="020B0604020202020204" pitchFamily="34" charset="0"/>
              </a:rPr>
              <a:t>Data Types</a:t>
            </a:r>
            <a:endParaRPr lang="en-US" altLang="en-US" sz="2400" dirty="0">
              <a:latin typeface="Arial" panose="020B0604020202020204" pitchFamily="34" charset="0"/>
              <a:cs typeface="Arial" panose="020B0604020202020204" pitchFamily="34" charset="0"/>
            </a:endParaRPr>
          </a:p>
        </p:txBody>
      </p:sp>
      <p:sp>
        <p:nvSpPr>
          <p:cNvPr id="5123" name="Content Placeholder 2">
            <a:extLst>
              <a:ext uri="{FF2B5EF4-FFF2-40B4-BE49-F238E27FC236}">
                <a16:creationId xmlns:a16="http://schemas.microsoft.com/office/drawing/2014/main" id="{D076F7C8-8C1E-CF7E-43CD-6AC6BCA2EF5E}"/>
              </a:ext>
            </a:extLst>
          </p:cNvPr>
          <p:cNvSpPr>
            <a:spLocks noGrp="1"/>
          </p:cNvSpPr>
          <p:nvPr>
            <p:ph idx="1"/>
          </p:nvPr>
        </p:nvSpPr>
        <p:spPr>
          <a:xfrm>
            <a:off x="1176338" y="1482725"/>
            <a:ext cx="9872662" cy="4481513"/>
          </a:xfrm>
        </p:spPr>
        <p:txBody>
          <a:bodyPr/>
          <a:lstStyle/>
          <a:p>
            <a:pPr marL="182880" indent="-182880" algn="just" eaLnBrk="1" fontAlgn="auto" hangingPunct="1">
              <a:spcAft>
                <a:spcPts val="0"/>
              </a:spcAft>
              <a:buClr>
                <a:schemeClr val="accent1">
                  <a:lumMod val="75000"/>
                </a:schemeClr>
              </a:buClr>
              <a:defRPr/>
            </a:pPr>
            <a:r>
              <a:rPr lang="en-US" altLang="en-US" sz="1800" dirty="0">
                <a:latin typeface="Times New Roman" panose="02020603050405020304" pitchFamily="18" charset="0"/>
                <a:cs typeface="Times New Roman" panose="02020603050405020304" pitchFamily="18" charset="0"/>
              </a:rPr>
              <a:t>Two types of data: Labelled Data &amp; </a:t>
            </a:r>
            <a:r>
              <a:rPr lang="en-US" altLang="en-US" sz="1800" dirty="0" err="1">
                <a:latin typeface="Times New Roman" panose="02020603050405020304" pitchFamily="18" charset="0"/>
                <a:cs typeface="Times New Roman" panose="02020603050405020304" pitchFamily="18" charset="0"/>
              </a:rPr>
              <a:t>Unlabelled</a:t>
            </a:r>
            <a:r>
              <a:rPr lang="en-US" altLang="en-US" sz="1800" dirty="0">
                <a:latin typeface="Times New Roman" panose="02020603050405020304" pitchFamily="18" charset="0"/>
                <a:cs typeface="Times New Roman" panose="02020603050405020304" pitchFamily="18" charset="0"/>
              </a:rPr>
              <a:t> Data</a:t>
            </a:r>
          </a:p>
          <a:p>
            <a:pPr marL="0" indent="-374904" algn="just" eaLnBrk="1" fontAlgn="auto" hangingPunct="1">
              <a:lnSpc>
                <a:spcPct val="150000"/>
              </a:lnSpc>
              <a:spcAft>
                <a:spcPts val="0"/>
              </a:spcAft>
              <a:buClr>
                <a:schemeClr val="accent1">
                  <a:lumMod val="75000"/>
                </a:schemeClr>
              </a:buClr>
              <a:defRPr/>
            </a:pPr>
            <a:r>
              <a:rPr lang="en-US" altLang="en-US" sz="1800" b="1" dirty="0">
                <a:solidFill>
                  <a:schemeClr val="accent1">
                    <a:lumMod val="75000"/>
                  </a:schemeClr>
                </a:solidFill>
                <a:latin typeface="Times New Roman" panose="02020603050405020304" pitchFamily="18" charset="0"/>
                <a:cs typeface="Times New Roman" panose="02020603050405020304" pitchFamily="18" charset="0"/>
              </a:rPr>
              <a:t>Labelled data</a:t>
            </a:r>
          </a:p>
          <a:p>
            <a:pPr marL="0" indent="-374904" algn="just" eaLnBrk="1" fontAlgn="auto" hangingPunct="1">
              <a:lnSpc>
                <a:spcPct val="150000"/>
              </a:lnSpc>
              <a:spcAft>
                <a:spcPts val="0"/>
              </a:spcAft>
              <a:buClr>
                <a:schemeClr val="accent1">
                  <a:lumMod val="75000"/>
                </a:schemeClr>
              </a:buClr>
              <a:defRPr/>
            </a:pPr>
            <a:r>
              <a:rPr lang="en-US" altLang="en-US" sz="1800" dirty="0">
                <a:latin typeface="Times New Roman" panose="02020603050405020304" pitchFamily="18" charset="0"/>
                <a:cs typeface="Times New Roman" panose="02020603050405020304" pitchFamily="18" charset="0"/>
              </a:rPr>
              <a:t>Specially designated attribute and the aim is to use the data given to predict the value of that attribute           for instances that have not yet been seen. Data of this kind is called labelled.</a:t>
            </a:r>
            <a:endParaRPr lang="en-US" altLang="en-US" sz="1750" b="1" dirty="0">
              <a:latin typeface="Times New Roman" panose="02020603050405020304" pitchFamily="18" charset="0"/>
              <a:cs typeface="Times New Roman" panose="02020603050405020304" pitchFamily="18" charset="0"/>
            </a:endParaRPr>
          </a:p>
          <a:p>
            <a:pPr marL="0" indent="-374904" algn="just" eaLnBrk="1" fontAlgn="auto" hangingPunct="1">
              <a:lnSpc>
                <a:spcPct val="150000"/>
              </a:lnSpc>
              <a:spcAft>
                <a:spcPts val="0"/>
              </a:spcAft>
              <a:buClr>
                <a:schemeClr val="accent1">
                  <a:lumMod val="75000"/>
                </a:schemeClr>
              </a:buClr>
              <a:defRPr/>
            </a:pPr>
            <a:endParaRPr lang="en-US" altLang="en-US" sz="1750" dirty="0">
              <a:latin typeface="Times New Roman" panose="02020603050405020304" pitchFamily="18" charset="0"/>
              <a:cs typeface="Times New Roman" panose="02020603050405020304" pitchFamily="18" charset="0"/>
            </a:endParaRPr>
          </a:p>
          <a:p>
            <a:pPr marL="182880" indent="-182880" eaLnBrk="1" fontAlgn="auto" hangingPunct="1">
              <a:spcAft>
                <a:spcPts val="0"/>
              </a:spcAft>
              <a:buClr>
                <a:schemeClr val="accent1">
                  <a:lumMod val="75000"/>
                </a:schemeClr>
              </a:buClr>
              <a:defRPr/>
            </a:pPr>
            <a:endParaRPr lang="en-US" altLang="en-US" sz="1800" dirty="0">
              <a:latin typeface="Times New Roman" panose="02020603050405020304" pitchFamily="18" charset="0"/>
              <a:cs typeface="Times New Roman" panose="02020603050405020304" pitchFamily="18" charset="0"/>
            </a:endParaRPr>
          </a:p>
          <a:p>
            <a:pPr marL="265176" lvl="1" indent="-182880" algn="just" eaLnBrk="1" fontAlgn="auto" hangingPunct="1">
              <a:buClr>
                <a:schemeClr val="accent1">
                  <a:lumMod val="75000"/>
                </a:schemeClr>
              </a:buClr>
              <a:defRPr/>
            </a:pPr>
            <a:endParaRPr lang="en-US" altLang="en-US" sz="1800" dirty="0">
              <a:latin typeface="Times New Roman" panose="02020603050405020304" pitchFamily="18" charset="0"/>
              <a:cs typeface="Times New Roman" panose="02020603050405020304" pitchFamily="18" charset="0"/>
            </a:endParaRPr>
          </a:p>
          <a:p>
            <a:pPr marL="44450" indent="0" algn="ctr">
              <a:buFont typeface="Corbel" panose="020B0503020204020204" pitchFamily="34" charset="0"/>
              <a:buNone/>
              <a:defRPr/>
            </a:pPr>
            <a:endParaRPr lang="en-US" altLang="en-US" dirty="0"/>
          </a:p>
        </p:txBody>
      </p:sp>
      <p:pic>
        <p:nvPicPr>
          <p:cNvPr id="16388" name="Picture 4">
            <a:extLst>
              <a:ext uri="{FF2B5EF4-FFF2-40B4-BE49-F238E27FC236}">
                <a16:creationId xmlns:a16="http://schemas.microsoft.com/office/drawing/2014/main" id="{2881DDB4-B2F5-4E39-99C4-8367E1AEF1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47000" y="3722688"/>
            <a:ext cx="3459163" cy="2328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9" name="Table 8">
            <a:extLst>
              <a:ext uri="{FF2B5EF4-FFF2-40B4-BE49-F238E27FC236}">
                <a16:creationId xmlns:a16="http://schemas.microsoft.com/office/drawing/2014/main" id="{6379EF35-D21C-A650-14C0-E28F19539F20}"/>
              </a:ext>
            </a:extLst>
          </p:cNvPr>
          <p:cNvGraphicFramePr>
            <a:graphicFrameLocks noGrp="1"/>
          </p:cNvGraphicFramePr>
          <p:nvPr/>
        </p:nvGraphicFramePr>
        <p:xfrm>
          <a:off x="892175" y="4705350"/>
          <a:ext cx="6575425" cy="365125"/>
        </p:xfrm>
        <a:graphic>
          <a:graphicData uri="http://schemas.openxmlformats.org/drawingml/2006/table">
            <a:tbl>
              <a:tblPr/>
              <a:tblGrid>
                <a:gridCol w="1681240">
                  <a:extLst>
                    <a:ext uri="{9D8B030D-6E8A-4147-A177-3AD203B41FA5}">
                      <a16:colId xmlns:a16="http://schemas.microsoft.com/office/drawing/2014/main" val="20000"/>
                    </a:ext>
                  </a:extLst>
                </a:gridCol>
                <a:gridCol w="1101632">
                  <a:extLst>
                    <a:ext uri="{9D8B030D-6E8A-4147-A177-3AD203B41FA5}">
                      <a16:colId xmlns:a16="http://schemas.microsoft.com/office/drawing/2014/main" val="20001"/>
                    </a:ext>
                  </a:extLst>
                </a:gridCol>
                <a:gridCol w="1457435">
                  <a:extLst>
                    <a:ext uri="{9D8B030D-6E8A-4147-A177-3AD203B41FA5}">
                      <a16:colId xmlns:a16="http://schemas.microsoft.com/office/drawing/2014/main" val="20002"/>
                    </a:ext>
                  </a:extLst>
                </a:gridCol>
                <a:gridCol w="1397119">
                  <a:extLst>
                    <a:ext uri="{9D8B030D-6E8A-4147-A177-3AD203B41FA5}">
                      <a16:colId xmlns:a16="http://schemas.microsoft.com/office/drawing/2014/main" val="20003"/>
                    </a:ext>
                  </a:extLst>
                </a:gridCol>
                <a:gridCol w="937998">
                  <a:extLst>
                    <a:ext uri="{9D8B030D-6E8A-4147-A177-3AD203B41FA5}">
                      <a16:colId xmlns:a16="http://schemas.microsoft.com/office/drawing/2014/main" val="20004"/>
                    </a:ext>
                  </a:extLst>
                </a:gridCol>
              </a:tblGrid>
              <a:tr h="365125">
                <a:tc>
                  <a:txBody>
                    <a:bodyPr/>
                    <a:lstStyle/>
                    <a:p>
                      <a:r>
                        <a:rPr lang="en-US" sz="1800" dirty="0"/>
                        <a:t>Outlook=sunny</a:t>
                      </a:r>
                    </a:p>
                  </a:txBody>
                  <a:tcPr marL="91427" marR="91427" marT="45445" marB="45445">
                    <a:lnL w="12700" cmpd="sng">
                      <a:solidFill>
                        <a:schemeClr val="tx1"/>
                      </a:solidFill>
                      <a:prstDash val="solid"/>
                    </a:lnL>
                    <a:lnR w="12700" cap="flat" cmpd="sng" algn="ctr">
                      <a:solidFill>
                        <a:schemeClr val="tx1"/>
                      </a:solidFill>
                      <a:prstDash val="solid"/>
                      <a:round/>
                      <a:headEnd type="none" w="med" len="med"/>
                      <a:tailEnd type="none" w="med" len="med"/>
                    </a:lnR>
                    <a:lnT w="12700" cmpd="sng">
                      <a:solidFill>
                        <a:schemeClr val="tx1"/>
                      </a:solidFill>
                      <a:prstDash val="solid"/>
                    </a:lnT>
                    <a:lnB w="12700" cmpd="sng">
                      <a:solidFill>
                        <a:schemeClr val="tx1"/>
                      </a:solidFill>
                      <a:prstDash val="solid"/>
                    </a:lnB>
                  </a:tcPr>
                </a:tc>
                <a:tc>
                  <a:txBody>
                    <a:bodyPr/>
                    <a:lstStyle/>
                    <a:p>
                      <a:r>
                        <a:rPr lang="en-US" sz="1800" dirty="0"/>
                        <a:t>Temp=79</a:t>
                      </a:r>
                    </a:p>
                  </a:txBody>
                  <a:tcPr marL="91427" marR="91427" marT="45445" marB="4544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Humidity=88</a:t>
                      </a:r>
                    </a:p>
                  </a:txBody>
                  <a:tcPr marL="91427" marR="91427" marT="45445" marB="4544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Windy=false</a:t>
                      </a:r>
                    </a:p>
                  </a:txBody>
                  <a:tcPr marL="91427" marR="91427" marT="45445" marB="4544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Class=?</a:t>
                      </a:r>
                    </a:p>
                  </a:txBody>
                  <a:tcPr marL="91427" marR="91427" marT="45445" marB="45445">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84CA983A-326E-85D9-8F16-B8B6BA9E72ED}"/>
              </a:ext>
            </a:extLst>
          </p:cNvPr>
          <p:cNvSpPr>
            <a:spLocks noGrp="1"/>
          </p:cNvSpPr>
          <p:nvPr>
            <p:ph type="title"/>
          </p:nvPr>
        </p:nvSpPr>
        <p:spPr>
          <a:xfrm>
            <a:off x="1143000" y="549275"/>
            <a:ext cx="9875838" cy="933450"/>
          </a:xfrm>
        </p:spPr>
        <p:txBody>
          <a:bodyPr/>
          <a:lstStyle/>
          <a:p>
            <a:pPr>
              <a:defRPr/>
            </a:pPr>
            <a:r>
              <a:rPr lang="en-US" altLang="en-US" sz="2400" dirty="0">
                <a:solidFill>
                  <a:schemeClr val="tx1">
                    <a:lumMod val="95000"/>
                    <a:lumOff val="5000"/>
                  </a:schemeClr>
                </a:solidFill>
                <a:latin typeface="Arial" panose="020B0604020202020204" pitchFamily="34" charset="0"/>
                <a:cs typeface="Arial" panose="020B0604020202020204" pitchFamily="34" charset="0"/>
              </a:rPr>
              <a:t>Data Types</a:t>
            </a:r>
            <a:endParaRPr lang="en-US" altLang="en-US" sz="2400" dirty="0">
              <a:latin typeface="Arial" panose="020B0604020202020204" pitchFamily="34" charset="0"/>
              <a:cs typeface="Arial" panose="020B0604020202020204" pitchFamily="34" charset="0"/>
            </a:endParaRPr>
          </a:p>
        </p:txBody>
      </p:sp>
      <p:sp>
        <p:nvSpPr>
          <p:cNvPr id="5123" name="Content Placeholder 2">
            <a:extLst>
              <a:ext uri="{FF2B5EF4-FFF2-40B4-BE49-F238E27FC236}">
                <a16:creationId xmlns:a16="http://schemas.microsoft.com/office/drawing/2014/main" id="{0D25DF6A-9FBD-78BF-10DC-47AEA40A0D2D}"/>
              </a:ext>
            </a:extLst>
          </p:cNvPr>
          <p:cNvSpPr>
            <a:spLocks noGrp="1"/>
          </p:cNvSpPr>
          <p:nvPr>
            <p:ph idx="1"/>
          </p:nvPr>
        </p:nvSpPr>
        <p:spPr>
          <a:xfrm>
            <a:off x="1176338" y="1482725"/>
            <a:ext cx="9872662" cy="4038600"/>
          </a:xfrm>
        </p:spPr>
        <p:txBody>
          <a:bodyPr/>
          <a:lstStyle/>
          <a:p>
            <a:pPr marL="265176" lvl="1" indent="-182880" eaLnBrk="1" fontAlgn="auto" hangingPunct="1">
              <a:buClr>
                <a:schemeClr val="accent1">
                  <a:lumMod val="75000"/>
                </a:schemeClr>
              </a:buClr>
              <a:defRPr/>
            </a:pPr>
            <a:r>
              <a:rPr lang="en-US" altLang="en-US" sz="1800" b="1" dirty="0" err="1">
                <a:solidFill>
                  <a:schemeClr val="accent1">
                    <a:lumMod val="75000"/>
                  </a:schemeClr>
                </a:solidFill>
                <a:latin typeface="Times New Roman" panose="02020603050405020304" pitchFamily="18" charset="0"/>
                <a:cs typeface="Times New Roman" panose="02020603050405020304" pitchFamily="18" charset="0"/>
              </a:rPr>
              <a:t>Unlabelled</a:t>
            </a:r>
            <a:r>
              <a:rPr lang="en-US" altLang="en-US" sz="1800" b="1" dirty="0">
                <a:solidFill>
                  <a:schemeClr val="accent1">
                    <a:lumMod val="75000"/>
                  </a:schemeClr>
                </a:solidFill>
                <a:latin typeface="Times New Roman" panose="02020603050405020304" pitchFamily="18" charset="0"/>
                <a:cs typeface="Times New Roman" panose="02020603050405020304" pitchFamily="18" charset="0"/>
              </a:rPr>
              <a:t> data</a:t>
            </a:r>
          </a:p>
          <a:p>
            <a:pPr marL="82296" lvl="1" indent="0" eaLnBrk="1" fontAlgn="auto" hangingPunct="1">
              <a:buClr>
                <a:schemeClr val="accent1">
                  <a:lumMod val="75000"/>
                </a:schemeClr>
              </a:buClr>
              <a:buFont typeface="Corbel" panose="020B0503020204020204" pitchFamily="34" charset="0"/>
              <a:buNone/>
              <a:defRPr/>
            </a:pPr>
            <a:endParaRPr lang="en-US" altLang="en-US" sz="1800" b="1" dirty="0">
              <a:solidFill>
                <a:schemeClr val="accent1">
                  <a:lumMod val="75000"/>
                </a:schemeClr>
              </a:solidFill>
              <a:latin typeface="Times New Roman" panose="02020603050405020304" pitchFamily="18" charset="0"/>
              <a:cs typeface="Times New Roman" panose="02020603050405020304" pitchFamily="18" charset="0"/>
            </a:endParaRPr>
          </a:p>
          <a:p>
            <a:pPr marL="731520" lvl="2" indent="-182880" eaLnBrk="1" fontAlgn="auto" hangingPunct="1">
              <a:buClr>
                <a:schemeClr val="accent1">
                  <a:lumMod val="75000"/>
                </a:schemeClr>
              </a:buClr>
              <a:defRPr/>
            </a:pPr>
            <a:r>
              <a:rPr lang="en-US" altLang="en-US" dirty="0">
                <a:latin typeface="Times New Roman" panose="02020603050405020304" pitchFamily="18" charset="0"/>
                <a:cs typeface="Times New Roman" panose="02020603050405020304" pitchFamily="18" charset="0"/>
              </a:rPr>
              <a:t>Data that does not have any specially designated attribute is called </a:t>
            </a:r>
            <a:r>
              <a:rPr lang="en-US" altLang="en-US" dirty="0" err="1">
                <a:latin typeface="Times New Roman" panose="02020603050405020304" pitchFamily="18" charset="0"/>
                <a:cs typeface="Times New Roman" panose="02020603050405020304" pitchFamily="18" charset="0"/>
              </a:rPr>
              <a:t>unlabelled</a:t>
            </a:r>
            <a:r>
              <a:rPr lang="en-US" altLang="en-US" dirty="0">
                <a:latin typeface="Times New Roman" panose="02020603050405020304" pitchFamily="18" charset="0"/>
                <a:cs typeface="Times New Roman" panose="02020603050405020304" pitchFamily="18" charset="0"/>
              </a:rPr>
              <a:t>.</a:t>
            </a:r>
          </a:p>
          <a:p>
            <a:pPr marL="731520" lvl="2" indent="-182880" eaLnBrk="1" fontAlgn="auto" hangingPunct="1">
              <a:buClr>
                <a:schemeClr val="accent1">
                  <a:lumMod val="75000"/>
                </a:schemeClr>
              </a:buClr>
              <a:defRPr/>
            </a:pPr>
            <a:r>
              <a:rPr lang="en-US" altLang="en-US" dirty="0">
                <a:latin typeface="Times New Roman" panose="02020603050405020304" pitchFamily="18" charset="0"/>
                <a:cs typeface="Times New Roman" panose="02020603050405020304" pitchFamily="18" charset="0"/>
              </a:rPr>
              <a:t>Here the aim is simply to extract the most information we can from the data available</a:t>
            </a:r>
            <a:r>
              <a:rPr lang="en-US" altLang="en-US" sz="2000" dirty="0"/>
              <a:t>.</a:t>
            </a:r>
          </a:p>
          <a:p>
            <a:pPr marL="44450" indent="0" algn="ctr">
              <a:buFont typeface="Corbel" panose="020B0503020204020204" pitchFamily="34" charset="0"/>
              <a:buNone/>
              <a:defRPr/>
            </a:pPr>
            <a:endParaRPr lang="en-US" altLang="en-US" dirty="0"/>
          </a:p>
          <a:p>
            <a:pPr marL="44450" indent="0" algn="ctr">
              <a:buFont typeface="Corbel" panose="020B0503020204020204" pitchFamily="34" charset="0"/>
              <a:buNone/>
              <a:defRPr/>
            </a:pPr>
            <a:endParaRPr lang="en-US" altLang="en-US" dirty="0"/>
          </a:p>
        </p:txBody>
      </p:sp>
      <p:pic>
        <p:nvPicPr>
          <p:cNvPr id="17412" name="Picture 2">
            <a:extLst>
              <a:ext uri="{FF2B5EF4-FFF2-40B4-BE49-F238E27FC236}">
                <a16:creationId xmlns:a16="http://schemas.microsoft.com/office/drawing/2014/main" id="{BAF21E71-C691-8930-DECE-BABF1A9FAB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6350" y="3686175"/>
            <a:ext cx="4422775" cy="212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987CA48E-0FD0-D4C9-9767-405444E333C5}"/>
              </a:ext>
            </a:extLst>
          </p:cNvPr>
          <p:cNvSpPr>
            <a:spLocks noGrp="1"/>
          </p:cNvSpPr>
          <p:nvPr>
            <p:ph type="title"/>
          </p:nvPr>
        </p:nvSpPr>
        <p:spPr>
          <a:xfrm>
            <a:off x="1143000" y="498475"/>
            <a:ext cx="9875838" cy="933450"/>
          </a:xfrm>
        </p:spPr>
        <p:txBody>
          <a:bodyPr/>
          <a:lstStyle/>
          <a:p>
            <a:pPr>
              <a:defRPr/>
            </a:pPr>
            <a:r>
              <a:rPr lang="en-US" altLang="en-US" sz="2400" dirty="0">
                <a:solidFill>
                  <a:schemeClr val="tx1">
                    <a:lumMod val="95000"/>
                    <a:lumOff val="5000"/>
                  </a:schemeClr>
                </a:solidFill>
                <a:latin typeface="Arial" panose="020B0604020202020204" pitchFamily="34" charset="0"/>
                <a:cs typeface="Arial" panose="020B0604020202020204" pitchFamily="34" charset="0"/>
              </a:rPr>
              <a:t>Learning Methods</a:t>
            </a:r>
            <a:endParaRPr lang="en-US" altLang="en-US" sz="2400" dirty="0">
              <a:latin typeface="Arial" panose="020B0604020202020204" pitchFamily="34" charset="0"/>
              <a:cs typeface="Arial" panose="020B0604020202020204" pitchFamily="34" charset="0"/>
            </a:endParaRPr>
          </a:p>
        </p:txBody>
      </p:sp>
      <p:sp>
        <p:nvSpPr>
          <p:cNvPr id="5123" name="Content Placeholder 2">
            <a:extLst>
              <a:ext uri="{FF2B5EF4-FFF2-40B4-BE49-F238E27FC236}">
                <a16:creationId xmlns:a16="http://schemas.microsoft.com/office/drawing/2014/main" id="{A003F223-D8B9-8ED4-CF63-8C9665A3F1B0}"/>
              </a:ext>
            </a:extLst>
          </p:cNvPr>
          <p:cNvSpPr>
            <a:spLocks noGrp="1"/>
          </p:cNvSpPr>
          <p:nvPr>
            <p:ph idx="1"/>
          </p:nvPr>
        </p:nvSpPr>
        <p:spPr>
          <a:xfrm>
            <a:off x="1176338" y="1482725"/>
            <a:ext cx="9872662" cy="4038600"/>
          </a:xfrm>
        </p:spPr>
        <p:txBody>
          <a:bodyPr/>
          <a:lstStyle/>
          <a:p>
            <a:pPr marL="182880" indent="-182880" algn="just" eaLnBrk="1" fontAlgn="auto" hangingPunct="1">
              <a:spcAft>
                <a:spcPts val="0"/>
              </a:spcAft>
              <a:buClr>
                <a:schemeClr val="accent1">
                  <a:lumMod val="75000"/>
                </a:schemeClr>
              </a:buClr>
              <a:defRPr/>
            </a:pPr>
            <a:r>
              <a:rPr lang="en-US" altLang="en-US" sz="1800" b="1" dirty="0">
                <a:solidFill>
                  <a:schemeClr val="accent1">
                    <a:lumMod val="75000"/>
                  </a:schemeClr>
                </a:solidFill>
                <a:latin typeface="Times New Roman" panose="02020603050405020304" pitchFamily="18" charset="0"/>
                <a:cs typeface="Times New Roman" panose="02020603050405020304" pitchFamily="18" charset="0"/>
              </a:rPr>
              <a:t>Supervised Learning</a:t>
            </a:r>
          </a:p>
          <a:p>
            <a:pPr marL="265176" lvl="1" indent="-182880" algn="just" eaLnBrk="1" fontAlgn="auto" hangingPunct="1">
              <a:buClr>
                <a:schemeClr val="accent1">
                  <a:lumMod val="75000"/>
                </a:schemeClr>
              </a:buClr>
              <a:defRPr/>
            </a:pPr>
            <a:r>
              <a:rPr lang="en-US" altLang="en-US" sz="1800" dirty="0">
                <a:latin typeface="Times New Roman" panose="02020603050405020304" pitchFamily="18" charset="0"/>
                <a:cs typeface="Times New Roman" panose="02020603050405020304" pitchFamily="18" charset="0"/>
              </a:rPr>
              <a:t>Data mining using labelled data is known as supervised learning.</a:t>
            </a:r>
          </a:p>
          <a:p>
            <a:pPr marL="265176" lvl="1" indent="-182880" algn="just" eaLnBrk="1" fontAlgn="auto" hangingPunct="1">
              <a:buClr>
                <a:schemeClr val="accent1">
                  <a:lumMod val="75000"/>
                </a:schemeClr>
              </a:buClr>
              <a:defRPr/>
            </a:pPr>
            <a:endParaRPr lang="en-US" altLang="en-US" sz="1800" dirty="0">
              <a:latin typeface="Times New Roman" panose="02020603050405020304" pitchFamily="18" charset="0"/>
              <a:cs typeface="Times New Roman" panose="02020603050405020304" pitchFamily="18" charset="0"/>
            </a:endParaRPr>
          </a:p>
          <a:p>
            <a:pPr marL="265176" lvl="1" indent="-182880" algn="just" eaLnBrk="1" fontAlgn="auto" hangingPunct="1">
              <a:buClr>
                <a:schemeClr val="accent1">
                  <a:lumMod val="75000"/>
                </a:schemeClr>
              </a:buClr>
              <a:defRPr/>
            </a:pPr>
            <a:r>
              <a:rPr lang="en-US" altLang="en-US" sz="1800" b="1" dirty="0">
                <a:solidFill>
                  <a:schemeClr val="accent1">
                    <a:lumMod val="75000"/>
                  </a:schemeClr>
                </a:solidFill>
                <a:latin typeface="Times New Roman" panose="02020603050405020304" pitchFamily="18" charset="0"/>
                <a:cs typeface="Times New Roman" panose="02020603050405020304" pitchFamily="18" charset="0"/>
              </a:rPr>
              <a:t>Classification</a:t>
            </a:r>
          </a:p>
          <a:p>
            <a:pPr marL="731520" lvl="2" indent="-182880" algn="just" eaLnBrk="1" fontAlgn="auto" hangingPunct="1">
              <a:lnSpc>
                <a:spcPct val="150000"/>
              </a:lnSpc>
              <a:buClr>
                <a:schemeClr val="accent1">
                  <a:lumMod val="75000"/>
                </a:schemeClr>
              </a:buClr>
              <a:defRPr/>
            </a:pPr>
            <a:r>
              <a:rPr lang="en-US" altLang="en-US" dirty="0">
                <a:latin typeface="Times New Roman" panose="02020603050405020304" pitchFamily="18" charset="0"/>
                <a:cs typeface="Times New Roman" panose="02020603050405020304" pitchFamily="18" charset="0"/>
              </a:rPr>
              <a:t>If the designated attribute is categorical, the task is called classification.</a:t>
            </a:r>
          </a:p>
          <a:p>
            <a:pPr marL="731520" lvl="2" indent="-182880" algn="just" eaLnBrk="1" fontAlgn="auto" hangingPunct="1">
              <a:lnSpc>
                <a:spcPct val="150000"/>
              </a:lnSpc>
              <a:buClr>
                <a:schemeClr val="accent1">
                  <a:lumMod val="75000"/>
                </a:schemeClr>
              </a:buClr>
              <a:defRPr/>
            </a:pPr>
            <a:r>
              <a:rPr lang="en-US" altLang="en-US" dirty="0">
                <a:latin typeface="Times New Roman" panose="02020603050405020304" pitchFamily="18" charset="0"/>
                <a:cs typeface="Times New Roman" panose="02020603050405020304" pitchFamily="18" charset="0"/>
              </a:rPr>
              <a:t>Classification is one form of prediction, where the value to be predicted is a label.</a:t>
            </a:r>
          </a:p>
          <a:p>
            <a:pPr marL="731520" lvl="2" indent="-182880" algn="just" eaLnBrk="1" fontAlgn="auto" hangingPunct="1">
              <a:lnSpc>
                <a:spcPct val="150000"/>
              </a:lnSpc>
              <a:buClr>
                <a:schemeClr val="accent1">
                  <a:lumMod val="75000"/>
                </a:schemeClr>
              </a:buClr>
              <a:defRPr/>
            </a:pPr>
            <a:r>
              <a:rPr lang="en-US" altLang="en-US" dirty="0">
                <a:latin typeface="Times New Roman" panose="02020603050405020304" pitchFamily="18" charset="0"/>
                <a:cs typeface="Times New Roman" panose="02020603050405020304" pitchFamily="18" charset="0"/>
              </a:rPr>
              <a:t>a hospital may want to classify medical patients into those who are at high, medium or low risk</a:t>
            </a:r>
          </a:p>
          <a:p>
            <a:pPr marL="731520" lvl="2" indent="-182880" algn="just" eaLnBrk="1" fontAlgn="auto" hangingPunct="1">
              <a:lnSpc>
                <a:spcPct val="150000"/>
              </a:lnSpc>
              <a:buClr>
                <a:schemeClr val="accent1">
                  <a:lumMod val="75000"/>
                </a:schemeClr>
              </a:buClr>
              <a:defRPr/>
            </a:pPr>
            <a:r>
              <a:rPr lang="en-US" altLang="en-US" dirty="0">
                <a:latin typeface="Times New Roman" panose="02020603050405020304" pitchFamily="18" charset="0"/>
                <a:cs typeface="Times New Roman" panose="02020603050405020304" pitchFamily="18" charset="0"/>
              </a:rPr>
              <a:t>we may wish to classify a student project as distinction, merit, pass or fail</a:t>
            </a:r>
          </a:p>
          <a:p>
            <a:pPr marL="731520" lvl="2" indent="-182880" algn="just" eaLnBrk="1" fontAlgn="auto" hangingPunct="1">
              <a:lnSpc>
                <a:spcPct val="150000"/>
              </a:lnSpc>
              <a:buClr>
                <a:schemeClr val="accent1">
                  <a:lumMod val="75000"/>
                </a:schemeClr>
              </a:buClr>
              <a:defRPr/>
            </a:pPr>
            <a:r>
              <a:rPr lang="en-US" altLang="en-US" dirty="0">
                <a:latin typeface="Times New Roman" panose="02020603050405020304" pitchFamily="18" charset="0"/>
                <a:cs typeface="Times New Roman" panose="02020603050405020304" pitchFamily="18" charset="0"/>
              </a:rPr>
              <a:t>Nearest </a:t>
            </a:r>
            <a:r>
              <a:rPr lang="en-US" altLang="en-US" dirty="0" err="1">
                <a:latin typeface="Times New Roman" panose="02020603050405020304" pitchFamily="18" charset="0"/>
                <a:cs typeface="Times New Roman" panose="02020603050405020304" pitchFamily="18" charset="0"/>
              </a:rPr>
              <a:t>Neighbour</a:t>
            </a:r>
            <a:r>
              <a:rPr lang="en-US" altLang="en-US" dirty="0">
                <a:latin typeface="Times New Roman" panose="02020603050405020304" pitchFamily="18" charset="0"/>
                <a:cs typeface="Times New Roman" panose="02020603050405020304" pitchFamily="18" charset="0"/>
              </a:rPr>
              <a:t> Matching, Classification Rules, Classification Tree, …</a:t>
            </a:r>
          </a:p>
          <a:p>
            <a:pPr marL="44450" indent="0" algn="ctr">
              <a:buFont typeface="Corbel" panose="020B0503020204020204" pitchFamily="34" charset="0"/>
              <a:buNone/>
              <a:defRPr/>
            </a:pPr>
            <a:endParaRPr lang="en-US" altLang="en-US" sz="1800" dirty="0">
              <a:latin typeface="Times New Roman" panose="02020603050405020304" pitchFamily="18" charset="0"/>
              <a:cs typeface="Times New Roman" panose="02020603050405020304" pitchFamily="18" charset="0"/>
            </a:endParaRPr>
          </a:p>
          <a:p>
            <a:pPr marL="44450" indent="0" algn="ctr">
              <a:buFont typeface="Corbel" panose="020B0503020204020204" pitchFamily="34" charset="0"/>
              <a:buNone/>
              <a:defRPr/>
            </a:pPr>
            <a:endParaRPr lang="en-US" alt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E8B4DAC9-AA57-147E-47C7-EB25B579276F}"/>
              </a:ext>
            </a:extLst>
          </p:cNvPr>
          <p:cNvSpPr>
            <a:spLocks noGrp="1"/>
          </p:cNvSpPr>
          <p:nvPr>
            <p:ph type="title"/>
          </p:nvPr>
        </p:nvSpPr>
        <p:spPr>
          <a:xfrm>
            <a:off x="1143000" y="447675"/>
            <a:ext cx="9875838" cy="933450"/>
          </a:xfrm>
        </p:spPr>
        <p:txBody>
          <a:bodyPr/>
          <a:lstStyle/>
          <a:p>
            <a:pPr>
              <a:defRPr/>
            </a:pPr>
            <a:r>
              <a:rPr lang="en-US" altLang="en-US" sz="2400" dirty="0">
                <a:solidFill>
                  <a:schemeClr val="tx1">
                    <a:lumMod val="95000"/>
                    <a:lumOff val="5000"/>
                  </a:schemeClr>
                </a:solidFill>
                <a:latin typeface="Arial" panose="020B0604020202020204" pitchFamily="34" charset="0"/>
                <a:cs typeface="Arial" panose="020B0604020202020204" pitchFamily="34" charset="0"/>
              </a:rPr>
              <a:t>Learning Methods</a:t>
            </a:r>
            <a:endParaRPr lang="en-US" altLang="en-US" sz="2400" dirty="0">
              <a:latin typeface="Arial" panose="020B0604020202020204" pitchFamily="34" charset="0"/>
              <a:cs typeface="Arial" panose="020B0604020202020204" pitchFamily="34" charset="0"/>
            </a:endParaRPr>
          </a:p>
        </p:txBody>
      </p:sp>
      <p:sp>
        <p:nvSpPr>
          <p:cNvPr id="5123" name="Content Placeholder 2">
            <a:extLst>
              <a:ext uri="{FF2B5EF4-FFF2-40B4-BE49-F238E27FC236}">
                <a16:creationId xmlns:a16="http://schemas.microsoft.com/office/drawing/2014/main" id="{278DC16F-0BB8-B361-87CD-E3E938C97CD4}"/>
              </a:ext>
            </a:extLst>
          </p:cNvPr>
          <p:cNvSpPr>
            <a:spLocks noGrp="1"/>
          </p:cNvSpPr>
          <p:nvPr>
            <p:ph idx="1"/>
          </p:nvPr>
        </p:nvSpPr>
        <p:spPr>
          <a:xfrm>
            <a:off x="1176338" y="1482725"/>
            <a:ext cx="9872662" cy="4038600"/>
          </a:xfrm>
        </p:spPr>
        <p:txBody>
          <a:bodyPr/>
          <a:lstStyle/>
          <a:p>
            <a:pPr marL="265176" lvl="1" indent="-182880" algn="just" eaLnBrk="1" fontAlgn="auto" hangingPunct="1">
              <a:lnSpc>
                <a:spcPct val="150000"/>
              </a:lnSpc>
              <a:buClr>
                <a:schemeClr val="accent1">
                  <a:lumMod val="75000"/>
                </a:schemeClr>
              </a:buClr>
              <a:defRPr/>
            </a:pPr>
            <a:r>
              <a:rPr lang="en-US" altLang="en-US" sz="1800" b="1" dirty="0">
                <a:solidFill>
                  <a:schemeClr val="accent1">
                    <a:lumMod val="75000"/>
                  </a:schemeClr>
                </a:solidFill>
                <a:latin typeface="Times New Roman" panose="02020603050405020304" pitchFamily="18" charset="0"/>
                <a:cs typeface="Times New Roman" panose="02020603050405020304" pitchFamily="18" charset="0"/>
              </a:rPr>
              <a:t>Numerical Prediction (Regression)</a:t>
            </a:r>
          </a:p>
          <a:p>
            <a:pPr marL="731520" lvl="2" indent="-182880" algn="just" eaLnBrk="1" fontAlgn="auto" hangingPunct="1">
              <a:lnSpc>
                <a:spcPct val="150000"/>
              </a:lnSpc>
              <a:buClr>
                <a:schemeClr val="accent1">
                  <a:lumMod val="75000"/>
                </a:schemeClr>
              </a:buClr>
              <a:defRPr/>
            </a:pPr>
            <a:r>
              <a:rPr lang="en-US" altLang="en-US" dirty="0">
                <a:latin typeface="Times New Roman" panose="02020603050405020304" pitchFamily="18" charset="0"/>
                <a:cs typeface="Times New Roman" panose="02020603050405020304" pitchFamily="18" charset="0"/>
              </a:rPr>
              <a:t>If the designated attribute is numerical, the task is called numerical prediction (regression).</a:t>
            </a:r>
          </a:p>
          <a:p>
            <a:pPr marL="731520" lvl="2" indent="-182880" algn="just" eaLnBrk="1" fontAlgn="auto" hangingPunct="1">
              <a:lnSpc>
                <a:spcPct val="150000"/>
              </a:lnSpc>
              <a:buClr>
                <a:schemeClr val="accent1">
                  <a:lumMod val="75000"/>
                </a:schemeClr>
              </a:buClr>
              <a:defRPr/>
            </a:pPr>
            <a:r>
              <a:rPr lang="en-US" altLang="en-US" dirty="0">
                <a:latin typeface="Times New Roman" panose="02020603050405020304" pitchFamily="18" charset="0"/>
                <a:cs typeface="Times New Roman" panose="02020603050405020304" pitchFamily="18" charset="0"/>
              </a:rPr>
              <a:t>Numerical prediction (often called regression) is another. In this case we wish to predict a numerical value, such as a company’s profits or a share price.</a:t>
            </a:r>
          </a:p>
          <a:p>
            <a:pPr marL="731520" lvl="2" indent="-182880" algn="just" eaLnBrk="1" fontAlgn="auto" hangingPunct="1">
              <a:lnSpc>
                <a:spcPct val="150000"/>
              </a:lnSpc>
              <a:buClr>
                <a:schemeClr val="accent1">
                  <a:lumMod val="75000"/>
                </a:schemeClr>
              </a:buClr>
              <a:defRPr/>
            </a:pPr>
            <a:r>
              <a:rPr lang="en-US" altLang="en-US" dirty="0">
                <a:latin typeface="Times New Roman" panose="02020603050405020304" pitchFamily="18" charset="0"/>
                <a:cs typeface="Times New Roman" panose="02020603050405020304" pitchFamily="18" charset="0"/>
              </a:rPr>
              <a:t>A very popular way of doing this is to use a Neural Network</a:t>
            </a:r>
          </a:p>
          <a:p>
            <a:pPr marL="548640" lvl="2" indent="0" algn="just" eaLnBrk="1" fontAlgn="auto" hangingPunct="1">
              <a:lnSpc>
                <a:spcPct val="150000"/>
              </a:lnSpc>
              <a:buClr>
                <a:schemeClr val="accent1">
                  <a:lumMod val="75000"/>
                </a:schemeClr>
              </a:buClr>
              <a:buFont typeface="Corbel" panose="020B0503020204020204" pitchFamily="34" charset="0"/>
              <a:buNone/>
              <a:defRPr/>
            </a:pPr>
            <a:endParaRPr lang="en-US" altLang="en-US" dirty="0">
              <a:latin typeface="Times New Roman" panose="02020603050405020304" pitchFamily="18" charset="0"/>
              <a:cs typeface="Times New Roman" panose="02020603050405020304" pitchFamily="18" charset="0"/>
            </a:endParaRPr>
          </a:p>
          <a:p>
            <a:pPr marL="548640" lvl="2" indent="0" algn="just" eaLnBrk="1" fontAlgn="auto" hangingPunct="1">
              <a:lnSpc>
                <a:spcPct val="150000"/>
              </a:lnSpc>
              <a:buClr>
                <a:schemeClr val="accent1">
                  <a:lumMod val="75000"/>
                </a:schemeClr>
              </a:buClr>
              <a:buFont typeface="Corbel" panose="020B0503020204020204" pitchFamily="34" charset="0"/>
              <a:buNone/>
              <a:defRPr/>
            </a:pPr>
            <a:endParaRPr lang="en-US" altLang="en-US" dirty="0">
              <a:latin typeface="Times New Roman" panose="02020603050405020304" pitchFamily="18" charset="0"/>
              <a:cs typeface="Times New Roman" panose="02020603050405020304" pitchFamily="18" charset="0"/>
            </a:endParaRPr>
          </a:p>
          <a:p>
            <a:pPr marL="44450" indent="0" algn="ctr">
              <a:buFont typeface="Corbel" panose="020B0503020204020204" pitchFamily="34" charset="0"/>
              <a:buNone/>
              <a:defRPr/>
            </a:pPr>
            <a:endParaRPr lang="en-US" altLang="en-US" dirty="0"/>
          </a:p>
          <a:p>
            <a:pPr marL="44450" indent="0" algn="ctr">
              <a:buFont typeface="Corbel" panose="020B0503020204020204" pitchFamily="34" charset="0"/>
              <a:buNone/>
              <a:defRPr/>
            </a:pPr>
            <a:endParaRPr lang="en-US" altLang="en-US" dirty="0"/>
          </a:p>
        </p:txBody>
      </p:sp>
      <p:sp>
        <p:nvSpPr>
          <p:cNvPr id="2" name="Rectangle 1">
            <a:extLst>
              <a:ext uri="{FF2B5EF4-FFF2-40B4-BE49-F238E27FC236}">
                <a16:creationId xmlns:a16="http://schemas.microsoft.com/office/drawing/2014/main" id="{6FAC7497-D67B-53B0-B78F-67E44FD04EE2}"/>
              </a:ext>
            </a:extLst>
          </p:cNvPr>
          <p:cNvSpPr/>
          <p:nvPr/>
        </p:nvSpPr>
        <p:spPr>
          <a:xfrm>
            <a:off x="1463675" y="3502025"/>
            <a:ext cx="6118225" cy="2857500"/>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lgn="just">
              <a:defRPr/>
            </a:pPr>
            <a:r>
              <a:rPr lang="en-US" sz="2000" b="1" dirty="0"/>
              <a:t>Example: Suppose there is a marketing company A, who does various advertisement every year and get sales on that. The list (right-side) shows the advertisement made by the company in the last 5 years and the corresponding sales. Now, the company wants to do the advertisement of $200 in the year 2019 and wants to know the prediction about the sales for this year</a:t>
            </a:r>
            <a:r>
              <a:rPr lang="en-US" sz="2000" dirty="0"/>
              <a:t>.</a:t>
            </a:r>
          </a:p>
        </p:txBody>
      </p:sp>
      <p:pic>
        <p:nvPicPr>
          <p:cNvPr id="19461" name="Picture 2">
            <a:extLst>
              <a:ext uri="{FF2B5EF4-FFF2-40B4-BE49-F238E27FC236}">
                <a16:creationId xmlns:a16="http://schemas.microsoft.com/office/drawing/2014/main" id="{FA80CB18-C383-5EC3-5B4F-0C1860F329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96213" y="3429000"/>
            <a:ext cx="3067050" cy="306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380CC04A-50FE-3D6C-9FB0-A60AAAF1EEE2}"/>
              </a:ext>
            </a:extLst>
          </p:cNvPr>
          <p:cNvSpPr>
            <a:spLocks noGrp="1"/>
          </p:cNvSpPr>
          <p:nvPr>
            <p:ph type="title"/>
          </p:nvPr>
        </p:nvSpPr>
        <p:spPr>
          <a:xfrm>
            <a:off x="1143000" y="498475"/>
            <a:ext cx="9875838" cy="933450"/>
          </a:xfrm>
        </p:spPr>
        <p:txBody>
          <a:bodyPr/>
          <a:lstStyle/>
          <a:p>
            <a:pPr>
              <a:defRPr/>
            </a:pPr>
            <a:r>
              <a:rPr lang="en-US" altLang="en-US" sz="3200" dirty="0">
                <a:solidFill>
                  <a:schemeClr val="tx1">
                    <a:lumMod val="95000"/>
                    <a:lumOff val="5000"/>
                  </a:schemeClr>
                </a:solidFill>
              </a:rPr>
              <a:t>Learning Methods</a:t>
            </a:r>
            <a:endParaRPr lang="en-US" altLang="en-US" sz="3000" dirty="0">
              <a:latin typeface="Times New Roman" panose="02020603050405020304" pitchFamily="18" charset="0"/>
              <a:cs typeface="Times New Roman" panose="02020603050405020304" pitchFamily="18" charset="0"/>
            </a:endParaRPr>
          </a:p>
        </p:txBody>
      </p:sp>
      <p:sp>
        <p:nvSpPr>
          <p:cNvPr id="5123" name="Content Placeholder 2">
            <a:extLst>
              <a:ext uri="{FF2B5EF4-FFF2-40B4-BE49-F238E27FC236}">
                <a16:creationId xmlns:a16="http://schemas.microsoft.com/office/drawing/2014/main" id="{733D7721-D477-B0C9-BD19-3B0530FCCE6C}"/>
              </a:ext>
            </a:extLst>
          </p:cNvPr>
          <p:cNvSpPr>
            <a:spLocks noGrp="1"/>
          </p:cNvSpPr>
          <p:nvPr>
            <p:ph idx="1"/>
          </p:nvPr>
        </p:nvSpPr>
        <p:spPr>
          <a:xfrm>
            <a:off x="1176338" y="1482725"/>
            <a:ext cx="9872662" cy="4038600"/>
          </a:xfrm>
        </p:spPr>
        <p:txBody>
          <a:bodyPr/>
          <a:lstStyle/>
          <a:p>
            <a:pPr marL="265176" lvl="1" indent="-182880" algn="just" eaLnBrk="1" fontAlgn="auto" hangingPunct="1">
              <a:buClr>
                <a:schemeClr val="accent1">
                  <a:lumMod val="75000"/>
                </a:schemeClr>
              </a:buClr>
              <a:defRPr/>
            </a:pPr>
            <a:r>
              <a:rPr lang="en-US" altLang="en-US" b="1" dirty="0">
                <a:solidFill>
                  <a:schemeClr val="accent1">
                    <a:lumMod val="75000"/>
                  </a:schemeClr>
                </a:solidFill>
              </a:rPr>
              <a:t>Regression (Numerical Prediction)</a:t>
            </a:r>
          </a:p>
          <a:p>
            <a:pPr marL="44450" indent="0" algn="ctr">
              <a:buFont typeface="Corbel" panose="020B0503020204020204" pitchFamily="34" charset="0"/>
              <a:buNone/>
              <a:defRPr/>
            </a:pPr>
            <a:endParaRPr lang="en-US" altLang="en-US" dirty="0"/>
          </a:p>
          <a:p>
            <a:pPr marL="44450" indent="0" algn="ctr">
              <a:buFont typeface="Corbel" panose="020B0503020204020204" pitchFamily="34" charset="0"/>
              <a:buNone/>
              <a:defRPr/>
            </a:pPr>
            <a:endParaRPr lang="en-US" altLang="en-US" dirty="0"/>
          </a:p>
        </p:txBody>
      </p:sp>
      <p:sp>
        <p:nvSpPr>
          <p:cNvPr id="20484" name="Slide Number Placeholder 4">
            <a:extLst>
              <a:ext uri="{FF2B5EF4-FFF2-40B4-BE49-F238E27FC236}">
                <a16:creationId xmlns:a16="http://schemas.microsoft.com/office/drawing/2014/main" id="{D112A6AD-77C9-B4F9-B2F5-222FC215EE6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796B53B5-CFCD-4F7B-85AF-9F5B24378D7E}" type="slidenum">
              <a:rPr lang="en-US" altLang="en-US" smtClean="0"/>
              <a:pPr/>
              <a:t>15</a:t>
            </a:fld>
            <a:endParaRPr lang="en-US" altLang="en-US"/>
          </a:p>
        </p:txBody>
      </p:sp>
      <p:pic>
        <p:nvPicPr>
          <p:cNvPr id="20485" name="Picture 2">
            <a:extLst>
              <a:ext uri="{FF2B5EF4-FFF2-40B4-BE49-F238E27FC236}">
                <a16:creationId xmlns:a16="http://schemas.microsoft.com/office/drawing/2014/main" id="{B5BBA6B1-F234-049C-F422-2E2A816A59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1613" y="1827213"/>
            <a:ext cx="5664200" cy="4532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F83CBED0-C6D8-F3D9-A6B3-4BE9BB76977D}"/>
              </a:ext>
            </a:extLst>
          </p:cNvPr>
          <p:cNvSpPr>
            <a:spLocks noGrp="1"/>
          </p:cNvSpPr>
          <p:nvPr>
            <p:ph type="title"/>
          </p:nvPr>
        </p:nvSpPr>
        <p:spPr>
          <a:xfrm>
            <a:off x="1143000" y="498475"/>
            <a:ext cx="9875838" cy="538163"/>
          </a:xfrm>
        </p:spPr>
        <p:txBody>
          <a:bodyPr/>
          <a:lstStyle/>
          <a:p>
            <a:pPr>
              <a:defRPr/>
            </a:pPr>
            <a:r>
              <a:rPr lang="en-US" altLang="en-US" sz="2400" dirty="0">
                <a:solidFill>
                  <a:schemeClr val="tx1">
                    <a:lumMod val="95000"/>
                    <a:lumOff val="5000"/>
                  </a:schemeClr>
                </a:solidFill>
                <a:latin typeface="Arial" panose="020B0604020202020204" pitchFamily="34" charset="0"/>
                <a:cs typeface="Arial" panose="020B0604020202020204" pitchFamily="34" charset="0"/>
              </a:rPr>
              <a:t>Learning Methods</a:t>
            </a:r>
            <a:endParaRPr lang="en-US" altLang="en-US" sz="2400" dirty="0">
              <a:latin typeface="Arial" panose="020B0604020202020204" pitchFamily="34" charset="0"/>
              <a:cs typeface="Arial" panose="020B0604020202020204" pitchFamily="34" charset="0"/>
            </a:endParaRPr>
          </a:p>
        </p:txBody>
      </p:sp>
      <p:sp>
        <p:nvSpPr>
          <p:cNvPr id="5123" name="Content Placeholder 2">
            <a:extLst>
              <a:ext uri="{FF2B5EF4-FFF2-40B4-BE49-F238E27FC236}">
                <a16:creationId xmlns:a16="http://schemas.microsoft.com/office/drawing/2014/main" id="{6EDB3279-D5CE-D3D6-430E-9F5CF653726F}"/>
              </a:ext>
            </a:extLst>
          </p:cNvPr>
          <p:cNvSpPr>
            <a:spLocks noGrp="1"/>
          </p:cNvSpPr>
          <p:nvPr>
            <p:ph idx="1"/>
          </p:nvPr>
        </p:nvSpPr>
        <p:spPr>
          <a:xfrm>
            <a:off x="1176338" y="849313"/>
            <a:ext cx="9872662" cy="5394325"/>
          </a:xfrm>
        </p:spPr>
        <p:txBody>
          <a:bodyPr/>
          <a:lstStyle/>
          <a:p>
            <a:pPr marL="182880" indent="-182880" algn="just" eaLnBrk="1" fontAlgn="auto" hangingPunct="1">
              <a:lnSpc>
                <a:spcPct val="150000"/>
              </a:lnSpc>
              <a:spcAft>
                <a:spcPts val="0"/>
              </a:spcAft>
              <a:buClr>
                <a:schemeClr val="accent1">
                  <a:lumMod val="75000"/>
                </a:schemeClr>
              </a:buClr>
              <a:defRPr/>
            </a:pPr>
            <a:r>
              <a:rPr lang="en-US" altLang="en-US" sz="1800" b="1" dirty="0">
                <a:solidFill>
                  <a:schemeClr val="accent1">
                    <a:lumMod val="75000"/>
                  </a:schemeClr>
                </a:solidFill>
                <a:latin typeface="Times New Roman" panose="02020603050405020304" pitchFamily="18" charset="0"/>
                <a:cs typeface="Times New Roman" panose="02020603050405020304" pitchFamily="18" charset="0"/>
              </a:rPr>
              <a:t>Unsupervised Learning</a:t>
            </a:r>
          </a:p>
          <a:p>
            <a:pPr marL="265176" lvl="1" indent="-182880" algn="just" eaLnBrk="1" fontAlgn="auto" hangingPunct="1">
              <a:lnSpc>
                <a:spcPct val="150000"/>
              </a:lnSpc>
              <a:buClr>
                <a:schemeClr val="accent1">
                  <a:lumMod val="75000"/>
                </a:schemeClr>
              </a:buClr>
              <a:defRPr/>
            </a:pPr>
            <a:r>
              <a:rPr lang="en-US" altLang="en-US" sz="1800" dirty="0">
                <a:latin typeface="Times New Roman" panose="02020603050405020304" pitchFamily="18" charset="0"/>
                <a:cs typeface="Times New Roman" panose="02020603050405020304" pitchFamily="18" charset="0"/>
              </a:rPr>
              <a:t>Data mining using </a:t>
            </a:r>
            <a:r>
              <a:rPr lang="en-US" altLang="en-US" sz="1800" dirty="0" err="1">
                <a:latin typeface="Times New Roman" panose="02020603050405020304" pitchFamily="18" charset="0"/>
                <a:cs typeface="Times New Roman" panose="02020603050405020304" pitchFamily="18" charset="0"/>
              </a:rPr>
              <a:t>unlabelled</a:t>
            </a:r>
            <a:r>
              <a:rPr lang="en-US" altLang="en-US" sz="1800" dirty="0">
                <a:latin typeface="Times New Roman" panose="02020603050405020304" pitchFamily="18" charset="0"/>
                <a:cs typeface="Times New Roman" panose="02020603050405020304" pitchFamily="18" charset="0"/>
              </a:rPr>
              <a:t> data is known as unsupervised learning.</a:t>
            </a:r>
          </a:p>
          <a:p>
            <a:pPr marL="265176" lvl="1" indent="-182880" algn="just" eaLnBrk="1" fontAlgn="auto" hangingPunct="1">
              <a:lnSpc>
                <a:spcPct val="150000"/>
              </a:lnSpc>
              <a:buClr>
                <a:schemeClr val="accent1">
                  <a:lumMod val="75000"/>
                </a:schemeClr>
              </a:buClr>
              <a:defRPr/>
            </a:pPr>
            <a:r>
              <a:rPr lang="en-US" altLang="en-US" sz="1800" b="1" dirty="0">
                <a:solidFill>
                  <a:schemeClr val="accent1">
                    <a:lumMod val="75000"/>
                  </a:schemeClr>
                </a:solidFill>
                <a:latin typeface="Times New Roman" panose="02020603050405020304" pitchFamily="18" charset="0"/>
                <a:cs typeface="Times New Roman" panose="02020603050405020304" pitchFamily="18" charset="0"/>
              </a:rPr>
              <a:t>Association Rules</a:t>
            </a:r>
          </a:p>
          <a:p>
            <a:pPr marL="731520" lvl="2" indent="-182880" algn="just" eaLnBrk="1" fontAlgn="auto" hangingPunct="1">
              <a:lnSpc>
                <a:spcPct val="150000"/>
              </a:lnSpc>
              <a:buClr>
                <a:schemeClr val="accent1">
                  <a:lumMod val="75000"/>
                </a:schemeClr>
              </a:buClr>
              <a:defRPr/>
            </a:pPr>
            <a:r>
              <a:rPr lang="en-US" altLang="en-US" dirty="0">
                <a:latin typeface="Times New Roman" panose="02020603050405020304" pitchFamily="18" charset="0"/>
                <a:cs typeface="Times New Roman" panose="02020603050405020304" pitchFamily="18" charset="0"/>
              </a:rPr>
              <a:t>Sometimes we wish to use a training set to find any relationship that exists amongst the values of variables, generally in the form of rules known as association rules.</a:t>
            </a:r>
          </a:p>
          <a:p>
            <a:pPr marL="731520" lvl="2" indent="-182880" algn="just" eaLnBrk="1" fontAlgn="auto" hangingPunct="1">
              <a:lnSpc>
                <a:spcPct val="150000"/>
              </a:lnSpc>
              <a:buClr>
                <a:schemeClr val="accent1">
                  <a:lumMod val="75000"/>
                </a:schemeClr>
              </a:buClr>
              <a:defRPr/>
            </a:pPr>
            <a:r>
              <a:rPr lang="en-US" altLang="en-US" dirty="0">
                <a:latin typeface="Times New Roman" panose="02020603050405020304" pitchFamily="18" charset="0"/>
                <a:cs typeface="Times New Roman" panose="02020603050405020304" pitchFamily="18" charset="0"/>
              </a:rPr>
              <a:t>APRIORI</a:t>
            </a:r>
          </a:p>
          <a:p>
            <a:pPr marL="731520" lvl="2" indent="-182880" algn="just" eaLnBrk="1" fontAlgn="auto" hangingPunct="1">
              <a:lnSpc>
                <a:spcPct val="150000"/>
              </a:lnSpc>
              <a:buClr>
                <a:schemeClr val="accent1">
                  <a:lumMod val="75000"/>
                </a:schemeClr>
              </a:buClr>
              <a:defRPr/>
            </a:pPr>
            <a:r>
              <a:rPr lang="en-US" altLang="en-US" dirty="0">
                <a:latin typeface="Times New Roman" panose="02020603050405020304" pitchFamily="18" charset="0"/>
                <a:cs typeface="Times New Roman" panose="02020603050405020304" pitchFamily="18" charset="0"/>
              </a:rPr>
              <a:t>Market Basket Analysis</a:t>
            </a:r>
          </a:p>
          <a:p>
            <a:pPr marL="44450" indent="0" algn="ctr">
              <a:buFont typeface="Corbel" panose="020B0503020204020204" pitchFamily="34" charset="0"/>
              <a:buNone/>
              <a:defRPr/>
            </a:pPr>
            <a:endParaRPr lang="en-US" altLang="en-US" dirty="0"/>
          </a:p>
          <a:p>
            <a:pPr marL="44450" indent="0" algn="ctr">
              <a:buFont typeface="Corbel" panose="020B0503020204020204" pitchFamily="34" charset="0"/>
              <a:buNone/>
              <a:defRPr/>
            </a:pPr>
            <a:endParaRPr lang="en-US" altLang="en-US" dirty="0"/>
          </a:p>
        </p:txBody>
      </p:sp>
      <p:sp>
        <p:nvSpPr>
          <p:cNvPr id="3" name="Rectangle 2">
            <a:extLst>
              <a:ext uri="{FF2B5EF4-FFF2-40B4-BE49-F238E27FC236}">
                <a16:creationId xmlns:a16="http://schemas.microsoft.com/office/drawing/2014/main" id="{70D063E9-DEB4-AE29-3396-62556C7F5A66}"/>
              </a:ext>
            </a:extLst>
          </p:cNvPr>
          <p:cNvSpPr/>
          <p:nvPr/>
        </p:nvSpPr>
        <p:spPr>
          <a:xfrm>
            <a:off x="360363" y="4098925"/>
            <a:ext cx="6192837" cy="2424113"/>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lgn="just">
              <a:defRPr/>
            </a:pPr>
            <a:r>
              <a:rPr lang="en-US" sz="2000" dirty="0">
                <a:solidFill>
                  <a:srgbClr val="333333"/>
                </a:solidFill>
                <a:latin typeface="Times New Roman" panose="02020603050405020304" pitchFamily="18" charset="0"/>
                <a:cs typeface="Times New Roman" panose="02020603050405020304" pitchFamily="18" charset="0"/>
              </a:rPr>
              <a:t>Example, if a customer buys bread, he most likely can also buy butter, eggs, or milk, so these products are stored within a shelf or mostly nearby.</a:t>
            </a:r>
          </a:p>
          <a:p>
            <a:pPr>
              <a:defRPr/>
            </a:pPr>
            <a:r>
              <a:rPr lang="en-AU" sz="2000" dirty="0">
                <a:solidFill>
                  <a:srgbClr val="000000"/>
                </a:solidFill>
                <a:latin typeface="Times New Roman" panose="02020603050405020304" pitchFamily="18" charset="0"/>
              </a:rPr>
              <a:t>Possible </a:t>
            </a:r>
            <a:r>
              <a:rPr lang="en-AU" sz="2000" b="1" dirty="0">
                <a:solidFill>
                  <a:srgbClr val="000000"/>
                </a:solidFill>
                <a:latin typeface="Times New Roman" panose="02020603050405020304" pitchFamily="18" charset="0"/>
              </a:rPr>
              <a:t>associations</a:t>
            </a:r>
            <a:r>
              <a:rPr lang="en-AU" sz="2000" dirty="0">
                <a:solidFill>
                  <a:srgbClr val="000000"/>
                </a:solidFill>
                <a:latin typeface="Times New Roman" panose="02020603050405020304" pitchFamily="18" charset="0"/>
              </a:rPr>
              <a:t> include:</a:t>
            </a:r>
          </a:p>
          <a:p>
            <a:pPr>
              <a:buFont typeface="+mj-lt"/>
              <a:buAutoNum type="arabicPeriod"/>
              <a:defRPr/>
            </a:pPr>
            <a:r>
              <a:rPr lang="en-AU" sz="2000" dirty="0">
                <a:solidFill>
                  <a:srgbClr val="000000"/>
                </a:solidFill>
                <a:latin typeface="Times New Roman" panose="02020603050405020304" pitchFamily="18" charset="0"/>
              </a:rPr>
              <a:t>if customers purchase milk they also purchase bread </a:t>
            </a:r>
            <a:r>
              <a:rPr lang="en-AU" sz="2000" b="1" dirty="0">
                <a:solidFill>
                  <a:srgbClr val="000000"/>
                </a:solidFill>
                <a:latin typeface="Times New Roman" panose="02020603050405020304" pitchFamily="18" charset="0"/>
              </a:rPr>
              <a:t>{milk} → {bread}</a:t>
            </a:r>
            <a:endParaRPr lang="en-AU" sz="2000" dirty="0">
              <a:solidFill>
                <a:srgbClr val="000000"/>
              </a:solidFill>
              <a:latin typeface="Times New Roman" panose="02020603050405020304" pitchFamily="18" charset="0"/>
            </a:endParaRPr>
          </a:p>
          <a:p>
            <a:pPr>
              <a:buFont typeface="+mj-lt"/>
              <a:buAutoNum type="arabicPeriod"/>
              <a:defRPr/>
            </a:pPr>
            <a:r>
              <a:rPr lang="en-AU" sz="2000" dirty="0">
                <a:solidFill>
                  <a:srgbClr val="000000"/>
                </a:solidFill>
                <a:latin typeface="Times New Roman" panose="02020603050405020304" pitchFamily="18" charset="0"/>
              </a:rPr>
              <a:t>if customers purchase milk and eggs they also purchase butter and bread </a:t>
            </a:r>
            <a:r>
              <a:rPr lang="en-AU" sz="2000" b="1" dirty="0">
                <a:solidFill>
                  <a:srgbClr val="000000"/>
                </a:solidFill>
                <a:latin typeface="Times New Roman" panose="02020603050405020304" pitchFamily="18" charset="0"/>
              </a:rPr>
              <a:t>{milk, eggs} → { butter, bread}</a:t>
            </a:r>
            <a:endParaRPr lang="en-AU" sz="2000" dirty="0">
              <a:solidFill>
                <a:srgbClr val="000000"/>
              </a:solidFill>
              <a:latin typeface="Times New Roman" panose="02020603050405020304" pitchFamily="18" charset="0"/>
            </a:endParaRPr>
          </a:p>
        </p:txBody>
      </p:sp>
      <p:pic>
        <p:nvPicPr>
          <p:cNvPr id="22533" name="Picture 5" descr="A picture containing handbag, shopping bag, luggage and bags, tote bag&#10;&#10;Description automatically generated">
            <a:extLst>
              <a:ext uri="{FF2B5EF4-FFF2-40B4-BE49-F238E27FC236}">
                <a16:creationId xmlns:a16="http://schemas.microsoft.com/office/drawing/2014/main" id="{2B789A07-068F-BEB6-A689-572126D35D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1650" y="3932238"/>
            <a:ext cx="4751388"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EF1B9A08-C692-F732-170D-E84DF228FD45}"/>
              </a:ext>
            </a:extLst>
          </p:cNvPr>
          <p:cNvSpPr>
            <a:spLocks noGrp="1"/>
          </p:cNvSpPr>
          <p:nvPr>
            <p:ph type="title"/>
          </p:nvPr>
        </p:nvSpPr>
        <p:spPr>
          <a:xfrm>
            <a:off x="1143000" y="498475"/>
            <a:ext cx="9875838" cy="933450"/>
          </a:xfrm>
        </p:spPr>
        <p:txBody>
          <a:bodyPr/>
          <a:lstStyle/>
          <a:p>
            <a:pPr>
              <a:defRPr/>
            </a:pPr>
            <a:r>
              <a:rPr lang="en-US" altLang="en-US" sz="3200" dirty="0">
                <a:solidFill>
                  <a:schemeClr val="tx1">
                    <a:lumMod val="95000"/>
                    <a:lumOff val="5000"/>
                  </a:schemeClr>
                </a:solidFill>
              </a:rPr>
              <a:t>Learning Methods</a:t>
            </a:r>
            <a:endParaRPr lang="en-US" altLang="en-US" sz="3000" dirty="0">
              <a:latin typeface="Times New Roman" panose="02020603050405020304" pitchFamily="18" charset="0"/>
              <a:cs typeface="Times New Roman" panose="02020603050405020304" pitchFamily="18" charset="0"/>
            </a:endParaRPr>
          </a:p>
        </p:txBody>
      </p:sp>
      <p:sp>
        <p:nvSpPr>
          <p:cNvPr id="5123" name="Content Placeholder 2">
            <a:extLst>
              <a:ext uri="{FF2B5EF4-FFF2-40B4-BE49-F238E27FC236}">
                <a16:creationId xmlns:a16="http://schemas.microsoft.com/office/drawing/2014/main" id="{A6984BA8-DB22-707F-3374-FD350F0B1693}"/>
              </a:ext>
            </a:extLst>
          </p:cNvPr>
          <p:cNvSpPr>
            <a:spLocks noGrp="1"/>
          </p:cNvSpPr>
          <p:nvPr>
            <p:ph idx="1"/>
          </p:nvPr>
        </p:nvSpPr>
        <p:spPr>
          <a:xfrm>
            <a:off x="1176338" y="1482725"/>
            <a:ext cx="9872662" cy="4038600"/>
          </a:xfrm>
        </p:spPr>
        <p:txBody>
          <a:bodyPr/>
          <a:lstStyle/>
          <a:p>
            <a:pPr marL="265176" lvl="1" indent="-182880" algn="just" eaLnBrk="1" fontAlgn="auto" hangingPunct="1">
              <a:lnSpc>
                <a:spcPct val="150000"/>
              </a:lnSpc>
              <a:buClr>
                <a:schemeClr val="accent1">
                  <a:lumMod val="75000"/>
                </a:schemeClr>
              </a:buClr>
              <a:defRPr/>
            </a:pPr>
            <a:r>
              <a:rPr lang="en-US" altLang="en-US" b="1" dirty="0">
                <a:solidFill>
                  <a:schemeClr val="accent1">
                    <a:lumMod val="75000"/>
                  </a:schemeClr>
                </a:solidFill>
              </a:rPr>
              <a:t>Clustering</a:t>
            </a:r>
          </a:p>
          <a:p>
            <a:pPr marL="731520" lvl="2" indent="-182880" algn="just" eaLnBrk="1" fontAlgn="auto" hangingPunct="1">
              <a:buClr>
                <a:schemeClr val="accent1">
                  <a:lumMod val="75000"/>
                </a:schemeClr>
              </a:buClr>
              <a:defRPr/>
            </a:pPr>
            <a:r>
              <a:rPr lang="en-US" altLang="en-US" sz="2000" dirty="0"/>
              <a:t>Clustering algorithms examine data to find groups of items that are similar.</a:t>
            </a:r>
          </a:p>
          <a:p>
            <a:pPr marL="731520" lvl="2" indent="-182880" algn="just" eaLnBrk="1" fontAlgn="auto" hangingPunct="1">
              <a:buClr>
                <a:schemeClr val="accent1">
                  <a:lumMod val="75000"/>
                </a:schemeClr>
              </a:buClr>
              <a:defRPr/>
            </a:pPr>
            <a:r>
              <a:rPr lang="en-US" altLang="en-US" sz="2000" dirty="0"/>
              <a:t>K-Means Clustering, Agglomerative Hierarchical Clustering</a:t>
            </a:r>
          </a:p>
          <a:p>
            <a:pPr marL="44450" indent="0" algn="ctr">
              <a:buFont typeface="Corbel" panose="020B0503020204020204" pitchFamily="34" charset="0"/>
              <a:buNone/>
              <a:defRPr/>
            </a:pPr>
            <a:endParaRPr lang="en-US" altLang="en-US" dirty="0"/>
          </a:p>
          <a:p>
            <a:pPr marL="44450" indent="0" algn="ctr">
              <a:buFont typeface="Corbel" panose="020B0503020204020204" pitchFamily="34" charset="0"/>
              <a:buNone/>
              <a:defRPr/>
            </a:pPr>
            <a:endParaRPr lang="en-US" altLang="en-US" dirty="0"/>
          </a:p>
        </p:txBody>
      </p:sp>
      <p:sp>
        <p:nvSpPr>
          <p:cNvPr id="23556" name="Slide Number Placeholder 1">
            <a:extLst>
              <a:ext uri="{FF2B5EF4-FFF2-40B4-BE49-F238E27FC236}">
                <a16:creationId xmlns:a16="http://schemas.microsoft.com/office/drawing/2014/main" id="{B8EA2BE1-CA06-A070-747B-061E07CA721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A62A84B9-8B1C-4E32-9837-7CA790C228D1}" type="slidenum">
              <a:rPr lang="en-US" altLang="en-US" smtClean="0"/>
              <a:pPr/>
              <a:t>17</a:t>
            </a:fld>
            <a:endParaRPr lang="en-US" altLang="en-US"/>
          </a:p>
        </p:txBody>
      </p:sp>
      <p:pic>
        <p:nvPicPr>
          <p:cNvPr id="23557" name="Picture 3" descr="A picture containing text, screenshot, fruit, diagram&#10;&#10;Description automatically generated">
            <a:extLst>
              <a:ext uri="{FF2B5EF4-FFF2-40B4-BE49-F238E27FC236}">
                <a16:creationId xmlns:a16="http://schemas.microsoft.com/office/drawing/2014/main" id="{0F31D955-85A2-01F5-C2B4-328988387A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22625" y="2960688"/>
            <a:ext cx="5449888" cy="362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17E56E-1F1C-5E7C-CC32-5682284BC6BA}"/>
              </a:ext>
            </a:extLst>
          </p:cNvPr>
          <p:cNvSpPr>
            <a:spLocks noGrp="1"/>
          </p:cNvSpPr>
          <p:nvPr>
            <p:ph idx="1"/>
          </p:nvPr>
        </p:nvSpPr>
        <p:spPr>
          <a:xfrm>
            <a:off x="1143000" y="295275"/>
            <a:ext cx="9872663" cy="5800725"/>
          </a:xfrm>
        </p:spPr>
        <p:txBody>
          <a:bodyPr/>
          <a:lstStyle/>
          <a:p>
            <a:pPr algn="just">
              <a:lnSpc>
                <a:spcPct val="150000"/>
              </a:lnSpc>
              <a:buFont typeface="Wingdings" panose="05000000000000000000" pitchFamily="2" charset="2"/>
              <a:buChar char="Ø"/>
              <a:defRPr/>
            </a:pPr>
            <a:r>
              <a:rPr lang="en-US" sz="1800" dirty="0">
                <a:latin typeface="Times New Roman" panose="02020603050405020304" pitchFamily="18" charset="0"/>
                <a:cs typeface="Times New Roman" panose="02020603050405020304" pitchFamily="18" charset="0"/>
              </a:rPr>
              <a:t>A dataset (example set) is a collection of data with a defined structure. Table 2.1 shows a dataset. It has a well-defined structure with 10 rows and 3 columns along with the column headers. This structure is also sometimes referred to as a “data frame”.</a:t>
            </a:r>
          </a:p>
          <a:p>
            <a:pPr algn="just">
              <a:lnSpc>
                <a:spcPct val="150000"/>
              </a:lnSpc>
              <a:buFont typeface="Wingdings" panose="05000000000000000000" pitchFamily="2" charset="2"/>
              <a:buChar char="Ø"/>
              <a:defRPr/>
            </a:pPr>
            <a:r>
              <a:rPr lang="en-US" sz="1800" dirty="0">
                <a:latin typeface="Times New Roman" panose="02020603050405020304" pitchFamily="18" charset="0"/>
                <a:cs typeface="Times New Roman" panose="02020603050405020304" pitchFamily="18" charset="0"/>
              </a:rPr>
              <a:t>A  data point (record, object or example) is a single instance in the dataset. Each row in Table 2.1 is a data point. Each instance contains the same structure as the dataset.</a:t>
            </a:r>
          </a:p>
          <a:p>
            <a:pPr algn="just">
              <a:lnSpc>
                <a:spcPct val="150000"/>
              </a:lnSpc>
              <a:buFont typeface="Wingdings" panose="05000000000000000000" pitchFamily="2" charset="2"/>
              <a:buChar char="Ø"/>
              <a:defRPr/>
            </a:pPr>
            <a:r>
              <a:rPr lang="en-US" sz="1800" dirty="0">
                <a:latin typeface="Times New Roman" panose="02020603050405020304" pitchFamily="18" charset="0"/>
                <a:cs typeface="Times New Roman" panose="02020603050405020304" pitchFamily="18" charset="0"/>
              </a:rPr>
              <a:t>An attribute (feature, input, dimension, variable, or predictor) is a single property of the dataset. Each column in Table 2.1 is an attribute. Attributes can be numeric, categorical, date-time, text, or Boolean data types. In this example, both the credit score and the interest rate are numeric attributes.</a:t>
            </a:r>
          </a:p>
          <a:p>
            <a:pPr marL="46037" indent="0">
              <a:buFont typeface="Corbel" panose="020B0503020204020204" pitchFamily="34" charset="0"/>
              <a:buNone/>
              <a:defRPr/>
            </a:pPr>
            <a:endParaRPr lang="en-US" dirty="0"/>
          </a:p>
        </p:txBody>
      </p:sp>
      <p:pic>
        <p:nvPicPr>
          <p:cNvPr id="25603" name="Picture 2">
            <a:extLst>
              <a:ext uri="{FF2B5EF4-FFF2-40B4-BE49-F238E27FC236}">
                <a16:creationId xmlns:a16="http://schemas.microsoft.com/office/drawing/2014/main" id="{99511655-2A06-1327-4137-611D2D95B8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0488" y="3989388"/>
            <a:ext cx="6524625" cy="247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Content Placeholder 2">
            <a:extLst>
              <a:ext uri="{FF2B5EF4-FFF2-40B4-BE49-F238E27FC236}">
                <a16:creationId xmlns:a16="http://schemas.microsoft.com/office/drawing/2014/main" id="{E5066762-CA0C-767A-E4F2-30737EA2A3EB}"/>
              </a:ext>
            </a:extLst>
          </p:cNvPr>
          <p:cNvSpPr>
            <a:spLocks noGrp="1"/>
          </p:cNvSpPr>
          <p:nvPr>
            <p:ph idx="1"/>
          </p:nvPr>
        </p:nvSpPr>
        <p:spPr>
          <a:xfrm>
            <a:off x="1143000" y="1401763"/>
            <a:ext cx="9872663" cy="4694237"/>
          </a:xfrm>
        </p:spPr>
        <p:txBody>
          <a:bodyPr/>
          <a:lstStyle/>
          <a:p>
            <a:pPr>
              <a:buFont typeface="Wingdings" panose="05000000000000000000" pitchFamily="2" charset="2"/>
              <a:buChar char="Ø"/>
            </a:pPr>
            <a:r>
              <a:rPr lang="en-US" altLang="en-US" sz="1800">
                <a:latin typeface="Times New Roman" panose="02020603050405020304" pitchFamily="18" charset="0"/>
                <a:cs typeface="Times New Roman" panose="02020603050405020304" pitchFamily="18" charset="0"/>
              </a:rPr>
              <a:t>A label (class label, output, prediction, target, or response) is the special attribute to be predicted based on all the input attributes. In Table 2.1, the interest rate is the output variable</a:t>
            </a:r>
            <a:r>
              <a:rPr lang="en-US" altLang="en-US"/>
              <a:t>.</a:t>
            </a:r>
          </a:p>
        </p:txBody>
      </p:sp>
      <p:pic>
        <p:nvPicPr>
          <p:cNvPr id="26627" name="Picture 4">
            <a:extLst>
              <a:ext uri="{FF2B5EF4-FFF2-40B4-BE49-F238E27FC236}">
                <a16:creationId xmlns:a16="http://schemas.microsoft.com/office/drawing/2014/main" id="{D912045F-2930-8B61-995E-0639FE3CD5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19463" y="2847975"/>
            <a:ext cx="5553075" cy="116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id="{A6D1074D-06B4-C81A-7A58-FB9E853E2C77}"/>
              </a:ext>
            </a:extLst>
          </p:cNvPr>
          <p:cNvSpPr>
            <a:spLocks noGrp="1"/>
          </p:cNvSpPr>
          <p:nvPr>
            <p:ph type="title"/>
          </p:nvPr>
        </p:nvSpPr>
        <p:spPr/>
        <p:txBody>
          <a:bodyPr/>
          <a:lstStyle/>
          <a:p>
            <a:r>
              <a:rPr lang="en-US" altLang="en-US" sz="2400" b="1"/>
              <a:t>Data Preparation</a:t>
            </a:r>
          </a:p>
        </p:txBody>
      </p:sp>
      <p:sp>
        <p:nvSpPr>
          <p:cNvPr id="3" name="Content Placeholder 2">
            <a:extLst>
              <a:ext uri="{FF2B5EF4-FFF2-40B4-BE49-F238E27FC236}">
                <a16:creationId xmlns:a16="http://schemas.microsoft.com/office/drawing/2014/main" id="{2A6CC458-C9D8-838E-1290-92377853BB43}"/>
              </a:ext>
            </a:extLst>
          </p:cNvPr>
          <p:cNvSpPr>
            <a:spLocks noGrp="1"/>
          </p:cNvSpPr>
          <p:nvPr>
            <p:ph idx="1"/>
          </p:nvPr>
        </p:nvSpPr>
        <p:spPr/>
        <p:txBody>
          <a:bodyPr/>
          <a:lstStyle/>
          <a:p>
            <a:pPr marL="349250" indent="-285750">
              <a:spcBef>
                <a:spcPts val="640"/>
              </a:spcBef>
              <a:spcAft>
                <a:spcPts val="0"/>
              </a:spcAft>
              <a:buFont typeface="Wingdings" panose="05000000000000000000" pitchFamily="2" charset="2"/>
              <a:buChar char="Ø"/>
              <a:defRPr/>
            </a:pPr>
            <a:r>
              <a:rPr lang="en-US" sz="1800" dirty="0">
                <a:solidFill>
                  <a:srgbClr val="000000"/>
                </a:solidFill>
                <a:latin typeface="Arial" panose="020B0604020202020204" pitchFamily="34" charset="0"/>
              </a:rPr>
              <a:t>Data Exploration</a:t>
            </a:r>
            <a:endParaRPr lang="en-US" dirty="0"/>
          </a:p>
          <a:p>
            <a:pPr marL="349250" indent="-285750">
              <a:spcBef>
                <a:spcPts val="640"/>
              </a:spcBef>
              <a:spcAft>
                <a:spcPts val="0"/>
              </a:spcAft>
              <a:buFont typeface="Wingdings" panose="05000000000000000000" pitchFamily="2" charset="2"/>
              <a:buChar char="Ø"/>
              <a:defRPr/>
            </a:pPr>
            <a:r>
              <a:rPr lang="en-US" sz="1800" dirty="0">
                <a:solidFill>
                  <a:srgbClr val="000000"/>
                </a:solidFill>
                <a:latin typeface="Arial" panose="020B0604020202020204" pitchFamily="34" charset="0"/>
              </a:rPr>
              <a:t>Data quality</a:t>
            </a:r>
            <a:endParaRPr lang="en-US" dirty="0"/>
          </a:p>
          <a:p>
            <a:pPr marL="349250" indent="-285750">
              <a:spcBef>
                <a:spcPts val="640"/>
              </a:spcBef>
              <a:spcAft>
                <a:spcPts val="0"/>
              </a:spcAft>
              <a:buFont typeface="Wingdings" panose="05000000000000000000" pitchFamily="2" charset="2"/>
              <a:buChar char="Ø"/>
              <a:defRPr/>
            </a:pPr>
            <a:r>
              <a:rPr lang="en-US" sz="1800" dirty="0">
                <a:solidFill>
                  <a:srgbClr val="000000"/>
                </a:solidFill>
                <a:latin typeface="Arial" panose="020B0604020202020204" pitchFamily="34" charset="0"/>
              </a:rPr>
              <a:t>Missing values</a:t>
            </a:r>
          </a:p>
          <a:p>
            <a:pPr marL="349250" indent="-285750">
              <a:spcBef>
                <a:spcPts val="640"/>
              </a:spcBef>
              <a:spcAft>
                <a:spcPts val="0"/>
              </a:spcAft>
              <a:buFont typeface="Wingdings" panose="05000000000000000000" pitchFamily="2" charset="2"/>
              <a:buChar char="Ø"/>
              <a:defRPr/>
            </a:pPr>
            <a:r>
              <a:rPr lang="en-US" sz="1800" dirty="0">
                <a:solidFill>
                  <a:srgbClr val="000000"/>
                </a:solidFill>
                <a:latin typeface="Arial" panose="020B0604020202020204" pitchFamily="34" charset="0"/>
              </a:rPr>
              <a:t>Noisy values</a:t>
            </a:r>
          </a:p>
          <a:p>
            <a:pPr marL="349250" indent="-285750">
              <a:spcBef>
                <a:spcPts val="640"/>
              </a:spcBef>
              <a:spcAft>
                <a:spcPts val="0"/>
              </a:spcAft>
              <a:buFont typeface="Wingdings" panose="05000000000000000000" pitchFamily="2" charset="2"/>
              <a:buChar char="Ø"/>
              <a:defRPr/>
            </a:pPr>
            <a:r>
              <a:rPr lang="en-US" sz="1800" dirty="0">
                <a:solidFill>
                  <a:srgbClr val="000000"/>
                </a:solidFill>
                <a:latin typeface="Arial" panose="020B0604020202020204" pitchFamily="34" charset="0"/>
              </a:rPr>
              <a:t>Invalid values</a:t>
            </a:r>
            <a:endParaRPr lang="en-US" dirty="0"/>
          </a:p>
          <a:p>
            <a:pPr marL="349250" indent="-285750">
              <a:spcBef>
                <a:spcPts val="640"/>
              </a:spcBef>
              <a:spcAft>
                <a:spcPts val="0"/>
              </a:spcAft>
              <a:buFont typeface="Wingdings" panose="05000000000000000000" pitchFamily="2" charset="2"/>
              <a:buChar char="Ø"/>
              <a:defRPr/>
            </a:pPr>
            <a:r>
              <a:rPr lang="en-US" sz="1800" dirty="0">
                <a:solidFill>
                  <a:srgbClr val="000000"/>
                </a:solidFill>
                <a:latin typeface="Arial" panose="020B0604020202020204" pitchFamily="34" charset="0"/>
              </a:rPr>
              <a:t>Data types and  Conversion</a:t>
            </a:r>
            <a:endParaRPr lang="en-US" dirty="0"/>
          </a:p>
          <a:p>
            <a:pPr marL="349250" indent="-285750">
              <a:spcBef>
                <a:spcPts val="640"/>
              </a:spcBef>
              <a:spcAft>
                <a:spcPts val="0"/>
              </a:spcAft>
              <a:buFont typeface="Wingdings" panose="05000000000000000000" pitchFamily="2" charset="2"/>
              <a:buChar char="Ø"/>
              <a:defRPr/>
            </a:pPr>
            <a:r>
              <a:rPr lang="en-US" sz="1800" dirty="0">
                <a:solidFill>
                  <a:srgbClr val="000000"/>
                </a:solidFill>
                <a:latin typeface="Arial" panose="020B0604020202020204" pitchFamily="34" charset="0"/>
              </a:rPr>
              <a:t>Transformation</a:t>
            </a:r>
            <a:endParaRPr lang="en-US" dirty="0"/>
          </a:p>
          <a:p>
            <a:pPr marL="349250" indent="-285750">
              <a:spcBef>
                <a:spcPts val="640"/>
              </a:spcBef>
              <a:spcAft>
                <a:spcPts val="0"/>
              </a:spcAft>
              <a:buFont typeface="Wingdings" panose="05000000000000000000" pitchFamily="2" charset="2"/>
              <a:buChar char="Ø"/>
              <a:defRPr/>
            </a:pPr>
            <a:r>
              <a:rPr lang="en-US" sz="1800" dirty="0">
                <a:solidFill>
                  <a:srgbClr val="000000"/>
                </a:solidFill>
                <a:latin typeface="Arial" panose="020B0604020202020204" pitchFamily="34" charset="0"/>
              </a:rPr>
              <a:t>Outliers</a:t>
            </a:r>
            <a:endParaRPr lang="en-US" dirty="0"/>
          </a:p>
          <a:p>
            <a:pPr marL="349250" indent="-285750">
              <a:spcBef>
                <a:spcPts val="640"/>
              </a:spcBef>
              <a:spcAft>
                <a:spcPts val="0"/>
              </a:spcAft>
              <a:buFont typeface="Wingdings" panose="05000000000000000000" pitchFamily="2" charset="2"/>
              <a:buChar char="Ø"/>
              <a:defRPr/>
            </a:pPr>
            <a:r>
              <a:rPr lang="en-US" sz="1800" dirty="0">
                <a:solidFill>
                  <a:srgbClr val="000000"/>
                </a:solidFill>
                <a:latin typeface="Arial" panose="020B0604020202020204" pitchFamily="34" charset="0"/>
              </a:rPr>
              <a:t>Feature selection</a:t>
            </a:r>
            <a:endParaRPr lang="en-US" dirty="0"/>
          </a:p>
          <a:p>
            <a:pPr marL="349250" indent="-285750">
              <a:spcBef>
                <a:spcPts val="640"/>
              </a:spcBef>
              <a:spcAft>
                <a:spcPts val="0"/>
              </a:spcAft>
              <a:buFont typeface="Wingdings" panose="05000000000000000000" pitchFamily="2" charset="2"/>
              <a:buChar char="Ø"/>
              <a:defRPr/>
            </a:pPr>
            <a:r>
              <a:rPr lang="en-US" sz="1800" dirty="0">
                <a:solidFill>
                  <a:srgbClr val="000000"/>
                </a:solidFill>
                <a:latin typeface="Arial" panose="020B0604020202020204" pitchFamily="34" charset="0"/>
              </a:rPr>
              <a:t>Sampling</a:t>
            </a:r>
            <a:endParaRPr lang="en-US" dirty="0"/>
          </a:p>
          <a:p>
            <a:pPr marL="46037" indent="0">
              <a:buFont typeface="Corbel" panose="020B0503020204020204" pitchFamily="34" charset="0"/>
              <a:buNone/>
              <a:defRPr/>
            </a:pPr>
            <a:br>
              <a:rPr lang="en-US" dirty="0"/>
            </a:b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45CE5EEA-2D1F-A64A-9ED1-8E9A64025DFD}"/>
              </a:ext>
            </a:extLst>
          </p:cNvPr>
          <p:cNvSpPr>
            <a:spLocks noGrp="1"/>
          </p:cNvSpPr>
          <p:nvPr>
            <p:ph type="title"/>
          </p:nvPr>
        </p:nvSpPr>
        <p:spPr>
          <a:xfrm>
            <a:off x="1143000" y="609600"/>
            <a:ext cx="9875838" cy="579438"/>
          </a:xfrm>
        </p:spPr>
        <p:txBody>
          <a:bodyPr/>
          <a:lstStyle/>
          <a:p>
            <a:r>
              <a:rPr lang="en-US" altLang="en-US" sz="2400" b="1"/>
              <a:t>Data Exploration</a:t>
            </a:r>
          </a:p>
        </p:txBody>
      </p:sp>
      <p:sp>
        <p:nvSpPr>
          <p:cNvPr id="28675" name="Content Placeholder 2">
            <a:extLst>
              <a:ext uri="{FF2B5EF4-FFF2-40B4-BE49-F238E27FC236}">
                <a16:creationId xmlns:a16="http://schemas.microsoft.com/office/drawing/2014/main" id="{FAA05798-D643-5E56-CE75-CBFE97A37DE7}"/>
              </a:ext>
            </a:extLst>
          </p:cNvPr>
          <p:cNvSpPr>
            <a:spLocks noGrp="1"/>
          </p:cNvSpPr>
          <p:nvPr>
            <p:ph idx="1"/>
          </p:nvPr>
        </p:nvSpPr>
        <p:spPr>
          <a:xfrm>
            <a:off x="1163638" y="1320800"/>
            <a:ext cx="9872662" cy="4775200"/>
          </a:xfrm>
        </p:spPr>
        <p:txBody>
          <a:bodyPr/>
          <a:lstStyle/>
          <a:p>
            <a:pPr marL="44450" indent="0" algn="just">
              <a:lnSpc>
                <a:spcPct val="150000"/>
              </a:lnSpc>
              <a:buFont typeface="Corbel" panose="020B0503020204020204" pitchFamily="34" charset="0"/>
              <a:buNone/>
            </a:pPr>
            <a:r>
              <a:rPr lang="en-US" altLang="en-US" sz="1800">
                <a:latin typeface="AdvOT260e5629"/>
              </a:rPr>
              <a:t>Data preparation starts with an in-depth exploration of the data and understanding the dataset better. Data exploration, also known as exploratory data analysis(EDA), provides simple tools to understand the data fully. Exploratory Data Analysis (EDA) is the process of analyzing and visualizing data to understand its structure, identify patterns, detect outliers, and gather insights before applying machine learning models .Data exploration approaches involve computing descriptive statistics and visualization of data.</a:t>
            </a:r>
          </a:p>
          <a:p>
            <a:pPr marL="44450" indent="0">
              <a:lnSpc>
                <a:spcPct val="150000"/>
              </a:lnSpc>
              <a:buFont typeface="Corbel" panose="020B0503020204020204" pitchFamily="34" charset="0"/>
              <a:buNone/>
            </a:pPr>
            <a:endParaRPr lang="en-US" altLang="en-US"/>
          </a:p>
        </p:txBody>
      </p:sp>
      <p:pic>
        <p:nvPicPr>
          <p:cNvPr id="28676" name="Picture 2">
            <a:extLst>
              <a:ext uri="{FF2B5EF4-FFF2-40B4-BE49-F238E27FC236}">
                <a16:creationId xmlns:a16="http://schemas.microsoft.com/office/drawing/2014/main" id="{81F99780-9157-E475-5824-33FDFDACFD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91363" y="3408363"/>
            <a:ext cx="3924300"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7" name="Picture 2">
            <a:extLst>
              <a:ext uri="{FF2B5EF4-FFF2-40B4-BE49-F238E27FC236}">
                <a16:creationId xmlns:a16="http://schemas.microsoft.com/office/drawing/2014/main" id="{9490778A-8416-3C02-18C9-563D674B52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4475" y="3429000"/>
            <a:ext cx="5507038" cy="2524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a:extLst>
              <a:ext uri="{FF2B5EF4-FFF2-40B4-BE49-F238E27FC236}">
                <a16:creationId xmlns:a16="http://schemas.microsoft.com/office/drawing/2014/main" id="{06197196-53F3-CA33-0C45-2BF57022D2A5}"/>
              </a:ext>
            </a:extLst>
          </p:cNvPr>
          <p:cNvSpPr>
            <a:spLocks noGrp="1"/>
          </p:cNvSpPr>
          <p:nvPr>
            <p:ph type="title"/>
          </p:nvPr>
        </p:nvSpPr>
        <p:spPr>
          <a:xfrm>
            <a:off x="1143000" y="609600"/>
            <a:ext cx="9875838" cy="579438"/>
          </a:xfrm>
        </p:spPr>
        <p:txBody>
          <a:bodyPr/>
          <a:lstStyle/>
          <a:p>
            <a:r>
              <a:rPr lang="en-US" altLang="en-US" sz="2400" b="1"/>
              <a:t>Data Exploration</a:t>
            </a:r>
          </a:p>
        </p:txBody>
      </p:sp>
      <p:pic>
        <p:nvPicPr>
          <p:cNvPr id="29699" name="Content Placeholder 4">
            <a:extLst>
              <a:ext uri="{FF2B5EF4-FFF2-40B4-BE49-F238E27FC236}">
                <a16:creationId xmlns:a16="http://schemas.microsoft.com/office/drawing/2014/main" id="{CA2B7694-AAA6-F2EC-C764-30A7B3C29F0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624138" y="1689100"/>
            <a:ext cx="6953250" cy="4038600"/>
          </a:xfrm>
        </p:spPr>
      </p:pic>
      <p:sp>
        <p:nvSpPr>
          <p:cNvPr id="29700" name="Slide Number Placeholder 1">
            <a:extLst>
              <a:ext uri="{FF2B5EF4-FFF2-40B4-BE49-F238E27FC236}">
                <a16:creationId xmlns:a16="http://schemas.microsoft.com/office/drawing/2014/main" id="{A388BA6D-0BCB-B5A6-C9FC-A8FA889AC7C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03C2B518-2F72-49F9-821B-301350DEBA51}" type="slidenum">
              <a:rPr lang="en-US" altLang="en-US" smtClean="0"/>
              <a:pPr/>
              <a:t>22</a:t>
            </a:fld>
            <a:endParaRPr lang="en-US"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837F1376-FE2B-C199-9AF2-E5C657F00CDA}"/>
              </a:ext>
            </a:extLst>
          </p:cNvPr>
          <p:cNvSpPr>
            <a:spLocks noGrp="1"/>
          </p:cNvSpPr>
          <p:nvPr>
            <p:ph type="title"/>
          </p:nvPr>
        </p:nvSpPr>
        <p:spPr>
          <a:xfrm>
            <a:off x="1143000" y="588963"/>
            <a:ext cx="9875838" cy="579437"/>
          </a:xfrm>
        </p:spPr>
        <p:txBody>
          <a:bodyPr/>
          <a:lstStyle/>
          <a:p>
            <a:r>
              <a:rPr lang="en-US" altLang="en-US" sz="2400" b="1"/>
              <a:t>Data Quality</a:t>
            </a:r>
          </a:p>
        </p:txBody>
      </p:sp>
      <p:sp>
        <p:nvSpPr>
          <p:cNvPr id="30723" name="Content Placeholder 2">
            <a:extLst>
              <a:ext uri="{FF2B5EF4-FFF2-40B4-BE49-F238E27FC236}">
                <a16:creationId xmlns:a16="http://schemas.microsoft.com/office/drawing/2014/main" id="{5B80A14F-E8B5-6482-337A-F6C30F7B1948}"/>
              </a:ext>
            </a:extLst>
          </p:cNvPr>
          <p:cNvSpPr>
            <a:spLocks noGrp="1"/>
          </p:cNvSpPr>
          <p:nvPr>
            <p:ph idx="1"/>
          </p:nvPr>
        </p:nvSpPr>
        <p:spPr>
          <a:xfrm>
            <a:off x="1143000" y="1320800"/>
            <a:ext cx="9872663" cy="4775200"/>
          </a:xfrm>
        </p:spPr>
        <p:txBody>
          <a:bodyPr/>
          <a:lstStyle/>
          <a:p>
            <a:pPr marL="44450" indent="0">
              <a:lnSpc>
                <a:spcPct val="150000"/>
              </a:lnSpc>
              <a:buFont typeface="Corbel" panose="020B0503020204020204" pitchFamily="34" charset="0"/>
              <a:buNone/>
            </a:pPr>
            <a:r>
              <a:rPr lang="en-US" altLang="en-US" sz="1800">
                <a:latin typeface="AdvOT260e5629"/>
              </a:rPr>
              <a:t>Data quality is the measure of how well suited a data set is to serve its specific purpose. Measures of data quality are based Data Correctness, Data Freshness and Data Completeness.</a:t>
            </a:r>
          </a:p>
          <a:p>
            <a:pPr marL="44450" indent="0" algn="just">
              <a:lnSpc>
                <a:spcPct val="150000"/>
              </a:lnSpc>
              <a:buFont typeface="Corbel" panose="020B0503020204020204" pitchFamily="34" charset="0"/>
              <a:buNone/>
            </a:pPr>
            <a:r>
              <a:rPr lang="en-US" altLang="en-US" sz="2000" b="1">
                <a:latin typeface="AdvOT260e5629"/>
              </a:rPr>
              <a:t>Data Correctness: </a:t>
            </a:r>
            <a:r>
              <a:rPr lang="en-US" altLang="en-US" sz="1800">
                <a:latin typeface="Times New Roman" panose="02020603050405020304" pitchFamily="18" charset="0"/>
                <a:cs typeface="Times New Roman" panose="02020603050405020304" pitchFamily="18" charset="0"/>
              </a:rPr>
              <a:t>How accurately the data value describes real-world facts. In other words, data correctness ensures that each data point is both accurate and reliable, meaning it reflects the truth as closely as possible. Data is accurate when it represents real-world values without error. For example, if a customer’s age is listed as 29 in a database, data accuracy would mean that this number actually reflects the customer's real age.. There are many potential root causes of collection issues such as collection noise, faulty data transformations, outdated data, or incorrect schema description. </a:t>
            </a:r>
            <a:endParaRPr lang="en-US"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5EDDD86C-397F-6AC5-FE24-30C74D3A6E60}"/>
              </a:ext>
            </a:extLst>
          </p:cNvPr>
          <p:cNvSpPr>
            <a:spLocks noGrp="1"/>
          </p:cNvSpPr>
          <p:nvPr>
            <p:ph type="title"/>
          </p:nvPr>
        </p:nvSpPr>
        <p:spPr>
          <a:xfrm>
            <a:off x="1143000" y="588963"/>
            <a:ext cx="9875838" cy="579437"/>
          </a:xfrm>
        </p:spPr>
        <p:txBody>
          <a:bodyPr/>
          <a:lstStyle/>
          <a:p>
            <a:r>
              <a:rPr lang="en-US" altLang="en-US" sz="2400" b="1"/>
              <a:t>Why Data Correctness is Important ?</a:t>
            </a:r>
          </a:p>
        </p:txBody>
      </p:sp>
      <p:sp>
        <p:nvSpPr>
          <p:cNvPr id="31747" name="Content Placeholder 2">
            <a:extLst>
              <a:ext uri="{FF2B5EF4-FFF2-40B4-BE49-F238E27FC236}">
                <a16:creationId xmlns:a16="http://schemas.microsoft.com/office/drawing/2014/main" id="{5AFDF615-BCE0-C438-00F5-3ABCAA1BB59E}"/>
              </a:ext>
            </a:extLst>
          </p:cNvPr>
          <p:cNvSpPr>
            <a:spLocks noGrp="1"/>
          </p:cNvSpPr>
          <p:nvPr>
            <p:ph idx="1"/>
          </p:nvPr>
        </p:nvSpPr>
        <p:spPr>
          <a:xfrm>
            <a:off x="1143000" y="1320800"/>
            <a:ext cx="9872663" cy="4775200"/>
          </a:xfrm>
        </p:spPr>
        <p:txBody>
          <a:bodyPr/>
          <a:lstStyle/>
          <a:p>
            <a:pPr marL="44450" indent="0">
              <a:lnSpc>
                <a:spcPct val="150000"/>
              </a:lnSpc>
              <a:buFont typeface="Corbel" panose="020B0503020204020204" pitchFamily="34" charset="0"/>
              <a:buNone/>
            </a:pPr>
            <a:r>
              <a:rPr lang="en-US" altLang="en-US" sz="1800">
                <a:latin typeface="AdvOT260e5629"/>
              </a:rPr>
              <a:t>Data correctness is critical because incorrect data can lead to poor decisions, unreliable results, and even damage to an organization’s credibility. </a:t>
            </a:r>
          </a:p>
          <a:p>
            <a:pPr marL="44450" indent="0">
              <a:lnSpc>
                <a:spcPct val="150000"/>
              </a:lnSpc>
              <a:buFont typeface="Corbel" panose="020B0503020204020204" pitchFamily="34" charset="0"/>
              <a:buNone/>
            </a:pPr>
            <a:r>
              <a:rPr lang="en-US" altLang="en-US" sz="1800">
                <a:latin typeface="AdvOT260e5629"/>
              </a:rPr>
              <a:t>For example: In healthcare, incorrect patient data could lead to inappropriate treatment.</a:t>
            </a:r>
            <a:endParaRPr lang="en-US"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Content Placeholder 2">
            <a:extLst>
              <a:ext uri="{FF2B5EF4-FFF2-40B4-BE49-F238E27FC236}">
                <a16:creationId xmlns:a16="http://schemas.microsoft.com/office/drawing/2014/main" id="{AA4EBF35-B91D-7854-C4A2-D95366709C3E}"/>
              </a:ext>
            </a:extLst>
          </p:cNvPr>
          <p:cNvSpPr>
            <a:spLocks noGrp="1"/>
          </p:cNvSpPr>
          <p:nvPr>
            <p:ph idx="1"/>
          </p:nvPr>
        </p:nvSpPr>
        <p:spPr>
          <a:xfrm>
            <a:off x="1143000" y="1300163"/>
            <a:ext cx="9872663" cy="4795837"/>
          </a:xfrm>
        </p:spPr>
        <p:txBody>
          <a:bodyPr/>
          <a:lstStyle/>
          <a:p>
            <a:pPr marL="44450" indent="0" algn="just">
              <a:lnSpc>
                <a:spcPct val="150000"/>
              </a:lnSpc>
              <a:buFont typeface="Corbel" panose="020B0503020204020204" pitchFamily="34" charset="0"/>
              <a:buNone/>
            </a:pPr>
            <a:r>
              <a:rPr lang="en-US" altLang="en-US" sz="2400" b="1">
                <a:latin typeface="AdvOT260e5629"/>
              </a:rPr>
              <a:t>Data Freshness </a:t>
            </a:r>
            <a:r>
              <a:rPr lang="en-US" altLang="en-US" sz="2400">
                <a:latin typeface="AdvOT260e5629"/>
              </a:rPr>
              <a:t>: </a:t>
            </a:r>
            <a:r>
              <a:rPr lang="en-US" altLang="en-US" sz="1800">
                <a:latin typeface="Times New Roman" panose="02020603050405020304" pitchFamily="18" charset="0"/>
                <a:cs typeface="Times New Roman" panose="02020603050405020304" pitchFamily="18" charset="0"/>
              </a:rPr>
              <a:t>This refers to how relevant the data is to describe the current state of an entity, and takes into consideration the timeliness of the data and how frequently it is updated. Data is correct when it is also up-to-date. Real-world values change over time, so data representing those values must be updated accordingly.</a:t>
            </a:r>
          </a:p>
          <a:p>
            <a:pPr marL="44450" indent="0" algn="just">
              <a:lnSpc>
                <a:spcPct val="150000"/>
              </a:lnSpc>
              <a:buFont typeface="Corbel" panose="020B0503020204020204" pitchFamily="34" charset="0"/>
              <a:buNone/>
            </a:pPr>
            <a:r>
              <a:rPr lang="en-US" altLang="en-US" sz="1800">
                <a:latin typeface="Times New Roman" panose="02020603050405020304" pitchFamily="18" charset="0"/>
                <a:cs typeface="Times New Roman" panose="02020603050405020304" pitchFamily="18" charset="0"/>
              </a:rPr>
              <a:t>Example: A customer’s address may change, and a database would need to reflect that change promptly to stay accurate.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Content Placeholder 2">
            <a:extLst>
              <a:ext uri="{FF2B5EF4-FFF2-40B4-BE49-F238E27FC236}">
                <a16:creationId xmlns:a16="http://schemas.microsoft.com/office/drawing/2014/main" id="{1EC4B344-8D0D-EF80-5E23-FF7E191B431C}"/>
              </a:ext>
            </a:extLst>
          </p:cNvPr>
          <p:cNvSpPr>
            <a:spLocks noGrp="1"/>
          </p:cNvSpPr>
          <p:nvPr>
            <p:ph idx="1"/>
          </p:nvPr>
        </p:nvSpPr>
        <p:spPr>
          <a:xfrm>
            <a:off x="1143000" y="1300163"/>
            <a:ext cx="9872663" cy="4795837"/>
          </a:xfrm>
        </p:spPr>
        <p:txBody>
          <a:bodyPr/>
          <a:lstStyle/>
          <a:p>
            <a:pPr marL="44450" indent="0" algn="just">
              <a:lnSpc>
                <a:spcPct val="150000"/>
              </a:lnSpc>
              <a:buFont typeface="Corbel" panose="020B0503020204020204" pitchFamily="34" charset="0"/>
              <a:buNone/>
            </a:pPr>
            <a:r>
              <a:rPr lang="en-US" altLang="en-US" sz="2400" b="1">
                <a:latin typeface="AdvOT260e5629"/>
              </a:rPr>
              <a:t>Data Completeness: </a:t>
            </a:r>
            <a:r>
              <a:rPr lang="en-US" altLang="en-US" sz="1800">
                <a:latin typeface="Times New Roman" panose="02020603050405020304" pitchFamily="18" charset="0"/>
                <a:cs typeface="Times New Roman" panose="02020603050405020304" pitchFamily="18" charset="0"/>
              </a:rPr>
              <a:t>Data completeness refers to whether all necessary values are present in the dataset. For instance, if a dataset tracks employees, each employee entry should have essential information like name, ID, position, etc. Missing data can lead to an incomplete view of reality, which affects the correctness of the entire dataset.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F7B6BC44-3325-6E68-3F79-094017D7F855}"/>
              </a:ext>
            </a:extLst>
          </p:cNvPr>
          <p:cNvSpPr>
            <a:spLocks noGrp="1"/>
          </p:cNvSpPr>
          <p:nvPr>
            <p:ph type="title"/>
          </p:nvPr>
        </p:nvSpPr>
        <p:spPr>
          <a:xfrm>
            <a:off x="1143000" y="762000"/>
            <a:ext cx="9875838" cy="863600"/>
          </a:xfrm>
        </p:spPr>
        <p:txBody>
          <a:bodyPr/>
          <a:lstStyle/>
          <a:p>
            <a:br>
              <a:rPr lang="en-US" altLang="en-US" sz="4000">
                <a:solidFill>
                  <a:srgbClr val="000000"/>
                </a:solidFill>
                <a:latin typeface="Arial" panose="020B0604020202020204" pitchFamily="34" charset="0"/>
              </a:rPr>
            </a:br>
            <a:br>
              <a:rPr lang="en-US" altLang="en-US" sz="4000">
                <a:solidFill>
                  <a:srgbClr val="000000"/>
                </a:solidFill>
                <a:latin typeface="Arial" panose="020B0604020202020204" pitchFamily="34" charset="0"/>
              </a:rPr>
            </a:br>
            <a:r>
              <a:rPr lang="en-US" altLang="en-US" sz="2400" b="1">
                <a:solidFill>
                  <a:srgbClr val="000000"/>
                </a:solidFill>
                <a:latin typeface="Arial" panose="020B0604020202020204" pitchFamily="34" charset="0"/>
              </a:rPr>
              <a:t>Missing Values</a:t>
            </a:r>
            <a:br>
              <a:rPr lang="en-US" altLang="en-US" sz="4000">
                <a:solidFill>
                  <a:srgbClr val="000000"/>
                </a:solidFill>
                <a:latin typeface="Arial" panose="020B0604020202020204" pitchFamily="34" charset="0"/>
              </a:rPr>
            </a:br>
            <a:br>
              <a:rPr lang="en-US" altLang="en-US"/>
            </a:br>
            <a:endParaRPr lang="en-US" altLang="en-US"/>
          </a:p>
        </p:txBody>
      </p:sp>
      <p:sp>
        <p:nvSpPr>
          <p:cNvPr id="34819" name="Content Placeholder 2">
            <a:extLst>
              <a:ext uri="{FF2B5EF4-FFF2-40B4-BE49-F238E27FC236}">
                <a16:creationId xmlns:a16="http://schemas.microsoft.com/office/drawing/2014/main" id="{429BBC15-0A3D-6624-F769-54F154B70EED}"/>
              </a:ext>
            </a:extLst>
          </p:cNvPr>
          <p:cNvSpPr>
            <a:spLocks noGrp="1"/>
          </p:cNvSpPr>
          <p:nvPr>
            <p:ph idx="1"/>
          </p:nvPr>
        </p:nvSpPr>
        <p:spPr>
          <a:xfrm>
            <a:off x="1062038" y="1625600"/>
            <a:ext cx="9872662" cy="4038600"/>
          </a:xfrm>
        </p:spPr>
        <p:txBody>
          <a:bodyPr/>
          <a:lstStyle/>
          <a:p>
            <a:pPr marL="44450" indent="0" algn="just">
              <a:lnSpc>
                <a:spcPct val="150000"/>
              </a:lnSpc>
              <a:buFont typeface="Corbel" panose="020B0503020204020204" pitchFamily="34" charset="0"/>
              <a:buNone/>
            </a:pPr>
            <a:r>
              <a:rPr lang="en-US" altLang="en-US" sz="1800">
                <a:latin typeface="Times New Roman" panose="02020603050405020304" pitchFamily="18" charset="0"/>
                <a:cs typeface="Times New Roman" panose="02020603050405020304" pitchFamily="18" charset="0"/>
              </a:rPr>
              <a:t>In many real-world datasets data values are not recorded for all attributes. This can happen simply because there are some attributes that are not applicable for some instances, a malfunction of the equipment used to record the data, a data collection form to which additional fields were added after some data had been collected, information that could not be obtained, e.g. about a hospital patient</a:t>
            </a:r>
          </a:p>
          <a:p>
            <a:pPr marL="44450" indent="0" algn="just">
              <a:lnSpc>
                <a:spcPct val="150000"/>
              </a:lnSpc>
              <a:buFont typeface="Corbel" panose="020B0503020204020204" pitchFamily="34" charset="0"/>
              <a:buNone/>
            </a:pPr>
            <a:r>
              <a:rPr lang="en-US" altLang="en-US" sz="1800">
                <a:latin typeface="Times New Roman" panose="02020603050405020304" pitchFamily="18" charset="0"/>
                <a:cs typeface="Times New Roman" panose="02020603050405020304" pitchFamily="18" charset="0"/>
              </a:rPr>
              <a:t>k-nearest neighbor (k-NN) algorithm for classification tasks are often robust with missing values. Neural network models for classification tasks do not perform well with missing attributes, and thus, the data preparation step is essential for developing neural network models</a:t>
            </a:r>
          </a:p>
          <a:p>
            <a:pPr marL="44450" indent="0" algn="just">
              <a:lnSpc>
                <a:spcPct val="150000"/>
              </a:lnSpc>
              <a:buFont typeface="Corbel" panose="020B0503020204020204" pitchFamily="34" charset="0"/>
              <a:buNone/>
            </a:pPr>
            <a:endParaRPr lang="en-US" altLang="en-US" sz="1800">
              <a:latin typeface="Times New Roman" panose="02020603050405020304" pitchFamily="18" charset="0"/>
              <a:cs typeface="Times New Roman" panose="02020603050405020304" pitchFamily="18" charset="0"/>
            </a:endParaRPr>
          </a:p>
        </p:txBody>
      </p:sp>
      <p:pic>
        <p:nvPicPr>
          <p:cNvPr id="34820" name="Picture 1">
            <a:extLst>
              <a:ext uri="{FF2B5EF4-FFF2-40B4-BE49-F238E27FC236}">
                <a16:creationId xmlns:a16="http://schemas.microsoft.com/office/drawing/2014/main" id="{86DB8F45-5876-D16A-E26F-F3C4A07BD4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4425" y="4721225"/>
            <a:ext cx="6915150" cy="1228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a:extLst>
              <a:ext uri="{FF2B5EF4-FFF2-40B4-BE49-F238E27FC236}">
                <a16:creationId xmlns:a16="http://schemas.microsoft.com/office/drawing/2014/main" id="{7B732A43-A88C-F962-FCD2-20E90ED0FF8F}"/>
              </a:ext>
            </a:extLst>
          </p:cNvPr>
          <p:cNvSpPr>
            <a:spLocks noGrp="1"/>
          </p:cNvSpPr>
          <p:nvPr>
            <p:ph type="title"/>
          </p:nvPr>
        </p:nvSpPr>
        <p:spPr>
          <a:xfrm>
            <a:off x="1143000" y="762000"/>
            <a:ext cx="9875838" cy="1295400"/>
          </a:xfrm>
        </p:spPr>
        <p:txBody>
          <a:bodyPr/>
          <a:lstStyle/>
          <a:p>
            <a:br>
              <a:rPr lang="en-US" altLang="en-US" sz="4000">
                <a:solidFill>
                  <a:srgbClr val="000000"/>
                </a:solidFill>
                <a:latin typeface="Arial" panose="020B0604020202020204" pitchFamily="34" charset="0"/>
              </a:rPr>
            </a:br>
            <a:br>
              <a:rPr lang="en-US" altLang="en-US" sz="4000">
                <a:solidFill>
                  <a:srgbClr val="000000"/>
                </a:solidFill>
                <a:latin typeface="Arial" panose="020B0604020202020204" pitchFamily="34" charset="0"/>
              </a:rPr>
            </a:br>
            <a:r>
              <a:rPr lang="en-US" altLang="en-US" sz="2400" b="1">
                <a:solidFill>
                  <a:srgbClr val="000000"/>
                </a:solidFill>
                <a:latin typeface="Arial" panose="020B0604020202020204" pitchFamily="34" charset="0"/>
              </a:rPr>
              <a:t>Methods to Handle Missing Values</a:t>
            </a:r>
            <a:br>
              <a:rPr lang="en-US" altLang="en-US" sz="4000">
                <a:solidFill>
                  <a:srgbClr val="000000"/>
                </a:solidFill>
                <a:latin typeface="Arial" panose="020B0604020202020204" pitchFamily="34" charset="0"/>
              </a:rPr>
            </a:br>
            <a:br>
              <a:rPr lang="en-US" altLang="en-US"/>
            </a:br>
            <a:endParaRPr lang="en-US" altLang="en-US"/>
          </a:p>
        </p:txBody>
      </p:sp>
      <p:sp>
        <p:nvSpPr>
          <p:cNvPr id="35843" name="Content Placeholder 2">
            <a:extLst>
              <a:ext uri="{FF2B5EF4-FFF2-40B4-BE49-F238E27FC236}">
                <a16:creationId xmlns:a16="http://schemas.microsoft.com/office/drawing/2014/main" id="{1248F55A-B2C7-25ED-041C-3C9AD282C894}"/>
              </a:ext>
            </a:extLst>
          </p:cNvPr>
          <p:cNvSpPr>
            <a:spLocks noGrp="1"/>
          </p:cNvSpPr>
          <p:nvPr>
            <p:ph idx="1"/>
          </p:nvPr>
        </p:nvSpPr>
        <p:spPr/>
        <p:txBody>
          <a:bodyPr/>
          <a:lstStyle/>
          <a:p>
            <a:pPr marL="265113" lvl="1" algn="just" eaLnBrk="1" hangingPunct="1">
              <a:lnSpc>
                <a:spcPct val="150000"/>
              </a:lnSpc>
              <a:buClr>
                <a:srgbClr val="0B5395"/>
              </a:buClr>
            </a:pPr>
            <a:endParaRPr lang="en-US" altLang="en-US" sz="1800" b="1">
              <a:latin typeface="Times New Roman" panose="02020603050405020304" pitchFamily="18" charset="0"/>
              <a:cs typeface="Times New Roman" panose="02020603050405020304" pitchFamily="18" charset="0"/>
            </a:endParaRPr>
          </a:p>
          <a:p>
            <a:pPr marL="265113" lvl="1" algn="just" eaLnBrk="1" hangingPunct="1">
              <a:lnSpc>
                <a:spcPct val="150000"/>
              </a:lnSpc>
              <a:buClr>
                <a:srgbClr val="0B5395"/>
              </a:buClr>
            </a:pPr>
            <a:r>
              <a:rPr lang="en-US" altLang="en-US" sz="1800" b="1">
                <a:latin typeface="Times New Roman" panose="02020603050405020304" pitchFamily="18" charset="0"/>
                <a:cs typeface="Times New Roman" panose="02020603050405020304" pitchFamily="18" charset="0"/>
              </a:rPr>
              <a:t>Discard Instances</a:t>
            </a:r>
          </a:p>
          <a:p>
            <a:pPr marL="265113" lvl="1" algn="just" eaLnBrk="1" hangingPunct="1">
              <a:lnSpc>
                <a:spcPct val="150000"/>
              </a:lnSpc>
              <a:buClr>
                <a:srgbClr val="0B5395"/>
              </a:buClr>
            </a:pPr>
            <a:r>
              <a:rPr lang="en-US" altLang="en-US" sz="1800" b="1">
                <a:latin typeface="Times New Roman" panose="02020603050405020304" pitchFamily="18" charset="0"/>
                <a:cs typeface="Times New Roman" panose="02020603050405020304" pitchFamily="18" charset="0"/>
              </a:rPr>
              <a:t>Replace by Most Frequent/Average Value</a:t>
            </a:r>
          </a:p>
          <a:p>
            <a:pPr marL="265113" lvl="1" algn="just" eaLnBrk="1" hangingPunct="1">
              <a:lnSpc>
                <a:spcPct val="150000"/>
              </a:lnSpc>
              <a:buClr>
                <a:srgbClr val="0B5395"/>
              </a:buClr>
            </a:pPr>
            <a:endParaRPr lang="en-US" altLang="en-US" sz="1800" b="1">
              <a:latin typeface="Times New Roman" panose="02020603050405020304" pitchFamily="18" charset="0"/>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a:extLst>
              <a:ext uri="{FF2B5EF4-FFF2-40B4-BE49-F238E27FC236}">
                <a16:creationId xmlns:a16="http://schemas.microsoft.com/office/drawing/2014/main" id="{BBC8A58A-A318-591C-4DF9-F3F2251ADFB8}"/>
              </a:ext>
            </a:extLst>
          </p:cNvPr>
          <p:cNvSpPr>
            <a:spLocks noGrp="1"/>
          </p:cNvSpPr>
          <p:nvPr>
            <p:ph type="title"/>
          </p:nvPr>
        </p:nvSpPr>
        <p:spPr>
          <a:xfrm>
            <a:off x="1143000" y="762000"/>
            <a:ext cx="9875838" cy="1295400"/>
          </a:xfrm>
        </p:spPr>
        <p:txBody>
          <a:bodyPr/>
          <a:lstStyle/>
          <a:p>
            <a:br>
              <a:rPr lang="en-US" altLang="en-US" sz="4000">
                <a:solidFill>
                  <a:srgbClr val="000000"/>
                </a:solidFill>
                <a:latin typeface="Arial" panose="020B0604020202020204" pitchFamily="34" charset="0"/>
              </a:rPr>
            </a:br>
            <a:br>
              <a:rPr lang="en-US" altLang="en-US" sz="4000">
                <a:solidFill>
                  <a:srgbClr val="000000"/>
                </a:solidFill>
                <a:latin typeface="Arial" panose="020B0604020202020204" pitchFamily="34" charset="0"/>
              </a:rPr>
            </a:br>
            <a:r>
              <a:rPr lang="en-US" altLang="en-US" sz="2400" b="1">
                <a:solidFill>
                  <a:srgbClr val="000000"/>
                </a:solidFill>
                <a:latin typeface="Arial" panose="020B0604020202020204" pitchFamily="34" charset="0"/>
              </a:rPr>
              <a:t>Discard Instances</a:t>
            </a:r>
            <a:br>
              <a:rPr lang="en-US" altLang="en-US" sz="2400" b="1">
                <a:solidFill>
                  <a:srgbClr val="000000"/>
                </a:solidFill>
                <a:latin typeface="Arial" panose="020B0604020202020204" pitchFamily="34" charset="0"/>
              </a:rPr>
            </a:br>
            <a:br>
              <a:rPr lang="en-US" altLang="en-US" sz="4000">
                <a:solidFill>
                  <a:srgbClr val="000000"/>
                </a:solidFill>
                <a:latin typeface="Arial" panose="020B0604020202020204" pitchFamily="34" charset="0"/>
              </a:rPr>
            </a:br>
            <a:br>
              <a:rPr lang="en-US" altLang="en-US"/>
            </a:br>
            <a:endParaRPr lang="en-US" altLang="en-US"/>
          </a:p>
        </p:txBody>
      </p:sp>
      <p:sp>
        <p:nvSpPr>
          <p:cNvPr id="36867" name="Content Placeholder 2">
            <a:extLst>
              <a:ext uri="{FF2B5EF4-FFF2-40B4-BE49-F238E27FC236}">
                <a16:creationId xmlns:a16="http://schemas.microsoft.com/office/drawing/2014/main" id="{28875DAF-5AAB-9AA1-C4E7-ED9CA57B0314}"/>
              </a:ext>
            </a:extLst>
          </p:cNvPr>
          <p:cNvSpPr>
            <a:spLocks noGrp="1"/>
          </p:cNvSpPr>
          <p:nvPr>
            <p:ph idx="1"/>
          </p:nvPr>
        </p:nvSpPr>
        <p:spPr/>
        <p:txBody>
          <a:bodyPr/>
          <a:lstStyle/>
          <a:p>
            <a:pPr marL="265113" lvl="1" algn="just" eaLnBrk="1" hangingPunct="1">
              <a:lnSpc>
                <a:spcPct val="150000"/>
              </a:lnSpc>
              <a:buClr>
                <a:srgbClr val="0B5395"/>
              </a:buClr>
            </a:pPr>
            <a:endParaRPr lang="en-US" altLang="en-US" sz="1800" b="1">
              <a:latin typeface="Times New Roman" panose="02020603050405020304" pitchFamily="18" charset="0"/>
              <a:cs typeface="Times New Roman" panose="02020603050405020304" pitchFamily="18" charset="0"/>
            </a:endParaRPr>
          </a:p>
          <a:p>
            <a:pPr lvl="2" algn="just" eaLnBrk="1" hangingPunct="1">
              <a:lnSpc>
                <a:spcPct val="150000"/>
              </a:lnSpc>
              <a:buClr>
                <a:srgbClr val="0B5395"/>
              </a:buClr>
            </a:pPr>
            <a:r>
              <a:rPr lang="en-US" altLang="en-US">
                <a:solidFill>
                  <a:srgbClr val="000000"/>
                </a:solidFill>
                <a:latin typeface="Times New Roman" panose="02020603050405020304" pitchFamily="18" charset="0"/>
                <a:cs typeface="Times New Roman" panose="02020603050405020304" pitchFamily="18" charset="0"/>
              </a:rPr>
              <a:t>This is the simplest strategy: delete all instances where there is at least one missing value and use the remainder.</a:t>
            </a:r>
          </a:p>
          <a:p>
            <a:pPr lvl="2" algn="just" eaLnBrk="1" hangingPunct="1">
              <a:lnSpc>
                <a:spcPct val="150000"/>
              </a:lnSpc>
              <a:buClr>
                <a:srgbClr val="0B5395"/>
              </a:buClr>
            </a:pPr>
            <a:r>
              <a:rPr lang="en-US" altLang="en-US">
                <a:solidFill>
                  <a:srgbClr val="000000"/>
                </a:solidFill>
                <a:latin typeface="Times New Roman" panose="02020603050405020304" pitchFamily="18" charset="0"/>
                <a:cs typeface="Times New Roman" panose="02020603050405020304" pitchFamily="18" charset="0"/>
              </a:rPr>
              <a:t>It has the advantage of avoiding introducing any data errors. Its disadvantage is that discarding data may damage the reliability of the results derived from the data</a:t>
            </a:r>
          </a:p>
          <a:p>
            <a:pPr marL="265113" lvl="1" algn="just" eaLnBrk="1" hangingPunct="1">
              <a:lnSpc>
                <a:spcPct val="150000"/>
              </a:lnSpc>
              <a:buClr>
                <a:srgbClr val="0B5395"/>
              </a:buClr>
            </a:pPr>
            <a:endParaRPr lang="en-US" altLang="en-US" sz="1800" b="1">
              <a:latin typeface="Times New Roman" panose="02020603050405020304" pitchFamily="18" charset="0"/>
              <a:cs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a:extLst>
              <a:ext uri="{FF2B5EF4-FFF2-40B4-BE49-F238E27FC236}">
                <a16:creationId xmlns:a16="http://schemas.microsoft.com/office/drawing/2014/main" id="{E5DA5FD1-3847-D6E9-7FC8-C70D61B9C676}"/>
              </a:ext>
            </a:extLst>
          </p:cNvPr>
          <p:cNvSpPr>
            <a:spLocks noGrp="1"/>
          </p:cNvSpPr>
          <p:nvPr>
            <p:ph type="title"/>
          </p:nvPr>
        </p:nvSpPr>
        <p:spPr>
          <a:xfrm>
            <a:off x="1143000" y="762000"/>
            <a:ext cx="9875838" cy="1295400"/>
          </a:xfrm>
        </p:spPr>
        <p:txBody>
          <a:bodyPr/>
          <a:lstStyle/>
          <a:p>
            <a:br>
              <a:rPr lang="en-US" altLang="en-US" sz="4000">
                <a:solidFill>
                  <a:srgbClr val="000000"/>
                </a:solidFill>
                <a:latin typeface="Arial" panose="020B0604020202020204" pitchFamily="34" charset="0"/>
              </a:rPr>
            </a:br>
            <a:br>
              <a:rPr lang="en-US" altLang="en-US" sz="4000">
                <a:solidFill>
                  <a:srgbClr val="000000"/>
                </a:solidFill>
                <a:latin typeface="Arial" panose="020B0604020202020204" pitchFamily="34" charset="0"/>
              </a:rPr>
            </a:br>
            <a:br>
              <a:rPr lang="en-US" altLang="en-US" sz="4000">
                <a:solidFill>
                  <a:srgbClr val="000000"/>
                </a:solidFill>
                <a:latin typeface="Arial" panose="020B0604020202020204" pitchFamily="34" charset="0"/>
              </a:rPr>
            </a:br>
            <a:r>
              <a:rPr lang="en-US" altLang="en-US" sz="2400" b="1">
                <a:solidFill>
                  <a:srgbClr val="000000"/>
                </a:solidFill>
                <a:latin typeface="Arial" panose="020B0604020202020204" pitchFamily="34" charset="0"/>
              </a:rPr>
              <a:t>Replace by Most Frequent/Average Value</a:t>
            </a:r>
            <a:br>
              <a:rPr lang="en-US" altLang="en-US" sz="2400" b="1">
                <a:solidFill>
                  <a:srgbClr val="000000"/>
                </a:solidFill>
                <a:latin typeface="Arial" panose="020B0604020202020204" pitchFamily="34" charset="0"/>
              </a:rPr>
            </a:br>
            <a:br>
              <a:rPr lang="en-US" altLang="en-US" sz="2400" b="1">
                <a:solidFill>
                  <a:srgbClr val="000000"/>
                </a:solidFill>
                <a:latin typeface="Arial" panose="020B0604020202020204" pitchFamily="34" charset="0"/>
              </a:rPr>
            </a:br>
            <a:br>
              <a:rPr lang="en-US" altLang="en-US" sz="4000">
                <a:solidFill>
                  <a:srgbClr val="000000"/>
                </a:solidFill>
                <a:latin typeface="Arial" panose="020B0604020202020204" pitchFamily="34" charset="0"/>
              </a:rPr>
            </a:br>
            <a:br>
              <a:rPr lang="en-US" altLang="en-US"/>
            </a:br>
            <a:endParaRPr lang="en-US" altLang="en-US"/>
          </a:p>
        </p:txBody>
      </p:sp>
      <p:sp>
        <p:nvSpPr>
          <p:cNvPr id="37891" name="Content Placeholder 2">
            <a:extLst>
              <a:ext uri="{FF2B5EF4-FFF2-40B4-BE49-F238E27FC236}">
                <a16:creationId xmlns:a16="http://schemas.microsoft.com/office/drawing/2014/main" id="{AD952D82-E8BF-2416-9172-9E323C1DC033}"/>
              </a:ext>
            </a:extLst>
          </p:cNvPr>
          <p:cNvSpPr>
            <a:spLocks noGrp="1"/>
          </p:cNvSpPr>
          <p:nvPr>
            <p:ph idx="1"/>
          </p:nvPr>
        </p:nvSpPr>
        <p:spPr/>
        <p:txBody>
          <a:bodyPr/>
          <a:lstStyle/>
          <a:p>
            <a:pPr marL="265113" lvl="1" algn="just" eaLnBrk="1" hangingPunct="1">
              <a:lnSpc>
                <a:spcPct val="150000"/>
              </a:lnSpc>
              <a:buClr>
                <a:srgbClr val="0B5395"/>
              </a:buClr>
            </a:pPr>
            <a:endParaRPr lang="en-US" altLang="en-US" sz="1800" b="1">
              <a:latin typeface="Times New Roman" panose="02020603050405020304" pitchFamily="18" charset="0"/>
              <a:cs typeface="Times New Roman" panose="02020603050405020304" pitchFamily="18" charset="0"/>
            </a:endParaRPr>
          </a:p>
          <a:p>
            <a:pPr lvl="2" algn="just" eaLnBrk="1" hangingPunct="1">
              <a:lnSpc>
                <a:spcPct val="150000"/>
              </a:lnSpc>
              <a:buClr>
                <a:srgbClr val="0B5395"/>
              </a:buClr>
            </a:pPr>
            <a:r>
              <a:rPr lang="en-US" altLang="en-US">
                <a:solidFill>
                  <a:srgbClr val="000000"/>
                </a:solidFill>
                <a:latin typeface="Times New Roman" panose="02020603050405020304" pitchFamily="18" charset="0"/>
                <a:cs typeface="Times New Roman" panose="02020603050405020304" pitchFamily="18" charset="0"/>
              </a:rPr>
              <a:t>A less cautious strategy is to estimate each of the missing values using the values that are present in the dataset.</a:t>
            </a:r>
          </a:p>
          <a:p>
            <a:pPr lvl="2" algn="just" eaLnBrk="1" hangingPunct="1">
              <a:lnSpc>
                <a:spcPct val="150000"/>
              </a:lnSpc>
              <a:buClr>
                <a:srgbClr val="0B5395"/>
              </a:buClr>
            </a:pPr>
            <a:r>
              <a:rPr lang="en-US" altLang="en-US">
                <a:solidFill>
                  <a:srgbClr val="000000"/>
                </a:solidFill>
                <a:latin typeface="Times New Roman" panose="02020603050405020304" pitchFamily="18" charset="0"/>
                <a:cs typeface="Times New Roman" panose="02020603050405020304" pitchFamily="18" charset="0"/>
              </a:rPr>
              <a:t>A straightforward but effective way of doing this for a categorical attribute is to use its most frequently occurring (non-missing) value</a:t>
            </a:r>
          </a:p>
          <a:p>
            <a:pPr lvl="2" algn="just" eaLnBrk="1" hangingPunct="1">
              <a:lnSpc>
                <a:spcPct val="150000"/>
              </a:lnSpc>
              <a:buClr>
                <a:srgbClr val="0B5395"/>
              </a:buClr>
            </a:pPr>
            <a:r>
              <a:rPr lang="en-US" altLang="en-US">
                <a:solidFill>
                  <a:srgbClr val="000000"/>
                </a:solidFill>
                <a:latin typeface="Times New Roman" panose="02020603050405020304" pitchFamily="18" charset="0"/>
                <a:cs typeface="Times New Roman" panose="02020603050405020304" pitchFamily="18" charset="0"/>
              </a:rPr>
              <a:t>In the case of continuous attributes, it is likely that no specific numerical value will occur more than a small number of times. In this case the estimate used is generally the average value.</a:t>
            </a:r>
          </a:p>
          <a:p>
            <a:pPr marL="265113" lvl="1" algn="just" eaLnBrk="1" hangingPunct="1">
              <a:lnSpc>
                <a:spcPct val="150000"/>
              </a:lnSpc>
              <a:buClr>
                <a:srgbClr val="0B5395"/>
              </a:buClr>
            </a:pPr>
            <a:endParaRPr lang="en-US" altLang="en-US" sz="1800" b="1">
              <a:latin typeface="Times New Roman" panose="02020603050405020304" pitchFamily="18" charset="0"/>
              <a:cs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a:extLst>
              <a:ext uri="{FF2B5EF4-FFF2-40B4-BE49-F238E27FC236}">
                <a16:creationId xmlns:a16="http://schemas.microsoft.com/office/drawing/2014/main" id="{FFD3AF79-77C3-3BED-D291-F645E10C5F96}"/>
              </a:ext>
            </a:extLst>
          </p:cNvPr>
          <p:cNvSpPr>
            <a:spLocks noGrp="1"/>
          </p:cNvSpPr>
          <p:nvPr>
            <p:ph type="title"/>
          </p:nvPr>
        </p:nvSpPr>
        <p:spPr>
          <a:xfrm>
            <a:off x="1143000" y="762000"/>
            <a:ext cx="9875838" cy="1295400"/>
          </a:xfrm>
        </p:spPr>
        <p:txBody>
          <a:bodyPr/>
          <a:lstStyle/>
          <a:p>
            <a:br>
              <a:rPr lang="en-US" altLang="en-US" sz="4000">
                <a:solidFill>
                  <a:srgbClr val="000000"/>
                </a:solidFill>
                <a:latin typeface="Arial" panose="020B0604020202020204" pitchFamily="34" charset="0"/>
              </a:rPr>
            </a:br>
            <a:br>
              <a:rPr lang="en-US" altLang="en-US" sz="4000">
                <a:solidFill>
                  <a:srgbClr val="000000"/>
                </a:solidFill>
                <a:latin typeface="Arial" panose="020B0604020202020204" pitchFamily="34" charset="0"/>
              </a:rPr>
            </a:br>
            <a:br>
              <a:rPr lang="en-US" altLang="en-US" sz="4000">
                <a:solidFill>
                  <a:srgbClr val="000000"/>
                </a:solidFill>
                <a:latin typeface="Arial" panose="020B0604020202020204" pitchFamily="34" charset="0"/>
              </a:rPr>
            </a:br>
            <a:r>
              <a:rPr lang="en-US" altLang="en-US" sz="2400" b="1">
                <a:solidFill>
                  <a:srgbClr val="000000"/>
                </a:solidFill>
                <a:latin typeface="Arial" panose="020B0604020202020204" pitchFamily="34" charset="0"/>
              </a:rPr>
              <a:t>Noisy Values</a:t>
            </a:r>
            <a:br>
              <a:rPr lang="en-US" altLang="en-US" sz="2400" b="1">
                <a:solidFill>
                  <a:srgbClr val="000000"/>
                </a:solidFill>
                <a:latin typeface="Arial" panose="020B0604020202020204" pitchFamily="34" charset="0"/>
              </a:rPr>
            </a:br>
            <a:br>
              <a:rPr lang="en-US" altLang="en-US" sz="2400" b="1">
                <a:solidFill>
                  <a:srgbClr val="000000"/>
                </a:solidFill>
                <a:latin typeface="Arial" panose="020B0604020202020204" pitchFamily="34" charset="0"/>
              </a:rPr>
            </a:br>
            <a:br>
              <a:rPr lang="en-US" altLang="en-US" sz="4000">
                <a:solidFill>
                  <a:srgbClr val="000000"/>
                </a:solidFill>
                <a:latin typeface="Arial" panose="020B0604020202020204" pitchFamily="34" charset="0"/>
              </a:rPr>
            </a:br>
            <a:br>
              <a:rPr lang="en-US" altLang="en-US"/>
            </a:br>
            <a:endParaRPr lang="en-US" altLang="en-US"/>
          </a:p>
        </p:txBody>
      </p:sp>
      <p:sp>
        <p:nvSpPr>
          <p:cNvPr id="38915" name="Content Placeholder 2">
            <a:extLst>
              <a:ext uri="{FF2B5EF4-FFF2-40B4-BE49-F238E27FC236}">
                <a16:creationId xmlns:a16="http://schemas.microsoft.com/office/drawing/2014/main" id="{2E56A416-4939-762B-4DAA-BA05A82EDA53}"/>
              </a:ext>
            </a:extLst>
          </p:cNvPr>
          <p:cNvSpPr>
            <a:spLocks noGrp="1"/>
          </p:cNvSpPr>
          <p:nvPr>
            <p:ph idx="1"/>
          </p:nvPr>
        </p:nvSpPr>
        <p:spPr/>
        <p:txBody>
          <a:bodyPr/>
          <a:lstStyle/>
          <a:p>
            <a:pPr marL="265113" lvl="1" algn="just" eaLnBrk="1" hangingPunct="1">
              <a:lnSpc>
                <a:spcPct val="150000"/>
              </a:lnSpc>
              <a:buClr>
                <a:srgbClr val="0B5395"/>
              </a:buClr>
            </a:pPr>
            <a:endParaRPr lang="en-US" altLang="en-US" sz="1800" b="1">
              <a:latin typeface="Times New Roman" panose="02020603050405020304" pitchFamily="18" charset="0"/>
              <a:cs typeface="Times New Roman" panose="02020603050405020304" pitchFamily="18" charset="0"/>
            </a:endParaRPr>
          </a:p>
          <a:p>
            <a:pPr lvl="2" algn="just" eaLnBrk="1" hangingPunct="1">
              <a:lnSpc>
                <a:spcPct val="150000"/>
              </a:lnSpc>
              <a:buClr>
                <a:srgbClr val="0B5395"/>
              </a:buClr>
            </a:pPr>
            <a:r>
              <a:rPr lang="en-US" altLang="en-US">
                <a:solidFill>
                  <a:srgbClr val="000000"/>
                </a:solidFill>
                <a:latin typeface="Times New Roman" panose="02020603050405020304" pitchFamily="18" charset="0"/>
                <a:cs typeface="Times New Roman" panose="02020603050405020304" pitchFamily="18" charset="0"/>
              </a:rPr>
              <a:t>A noisy value to mean one that is valid for the dataset, but is incorrectly recorded</a:t>
            </a:r>
          </a:p>
          <a:p>
            <a:pPr lvl="2" algn="just" eaLnBrk="1" hangingPunct="1">
              <a:lnSpc>
                <a:spcPct val="150000"/>
              </a:lnSpc>
              <a:buClr>
                <a:srgbClr val="0B5395"/>
              </a:buClr>
            </a:pPr>
            <a:r>
              <a:rPr lang="en-US" altLang="en-US">
                <a:solidFill>
                  <a:srgbClr val="000000"/>
                </a:solidFill>
                <a:latin typeface="Times New Roman" panose="02020603050405020304" pitchFamily="18" charset="0"/>
                <a:cs typeface="Times New Roman" panose="02020603050405020304" pitchFamily="18" charset="0"/>
              </a:rPr>
              <a:t>The number 69.72 may accidentally be entered as 6.972, or a categorical attribute value such as brown may accidentally be recorded as another of the possible values, such as blue.</a:t>
            </a:r>
          </a:p>
          <a:p>
            <a:pPr marL="265113" lvl="1" algn="just" eaLnBrk="1" hangingPunct="1">
              <a:lnSpc>
                <a:spcPct val="150000"/>
              </a:lnSpc>
              <a:buClr>
                <a:srgbClr val="0B5395"/>
              </a:buClr>
            </a:pPr>
            <a:endParaRPr lang="en-US" altLang="en-US" sz="1800" b="1">
              <a:latin typeface="Times New Roman" panose="02020603050405020304" pitchFamily="18" charset="0"/>
              <a:cs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a:extLst>
              <a:ext uri="{FF2B5EF4-FFF2-40B4-BE49-F238E27FC236}">
                <a16:creationId xmlns:a16="http://schemas.microsoft.com/office/drawing/2014/main" id="{399320DC-39A6-F7DE-EA83-CD10F98E1FB5}"/>
              </a:ext>
            </a:extLst>
          </p:cNvPr>
          <p:cNvSpPr>
            <a:spLocks noGrp="1"/>
          </p:cNvSpPr>
          <p:nvPr>
            <p:ph type="title"/>
          </p:nvPr>
        </p:nvSpPr>
        <p:spPr>
          <a:xfrm>
            <a:off x="1143000" y="762000"/>
            <a:ext cx="9875838" cy="1295400"/>
          </a:xfrm>
        </p:spPr>
        <p:txBody>
          <a:bodyPr/>
          <a:lstStyle/>
          <a:p>
            <a:br>
              <a:rPr lang="en-US" altLang="en-US" sz="4000">
                <a:solidFill>
                  <a:srgbClr val="000000"/>
                </a:solidFill>
                <a:latin typeface="Arial" panose="020B0604020202020204" pitchFamily="34" charset="0"/>
              </a:rPr>
            </a:br>
            <a:br>
              <a:rPr lang="en-US" altLang="en-US" sz="4000">
                <a:solidFill>
                  <a:srgbClr val="000000"/>
                </a:solidFill>
                <a:latin typeface="Arial" panose="020B0604020202020204" pitchFamily="34" charset="0"/>
              </a:rPr>
            </a:br>
            <a:br>
              <a:rPr lang="en-US" altLang="en-US" sz="4000">
                <a:solidFill>
                  <a:srgbClr val="000000"/>
                </a:solidFill>
                <a:latin typeface="Arial" panose="020B0604020202020204" pitchFamily="34" charset="0"/>
              </a:rPr>
            </a:br>
            <a:r>
              <a:rPr lang="en-US" altLang="en-US" sz="2400" b="1">
                <a:solidFill>
                  <a:srgbClr val="000000"/>
                </a:solidFill>
                <a:latin typeface="Arial" panose="020B0604020202020204" pitchFamily="34" charset="0"/>
              </a:rPr>
              <a:t>Invalid Values</a:t>
            </a:r>
            <a:br>
              <a:rPr lang="en-US" altLang="en-US" sz="2400" b="1">
                <a:solidFill>
                  <a:srgbClr val="000000"/>
                </a:solidFill>
                <a:latin typeface="Arial" panose="020B0604020202020204" pitchFamily="34" charset="0"/>
              </a:rPr>
            </a:br>
            <a:br>
              <a:rPr lang="en-US" altLang="en-US" sz="2400" b="1">
                <a:solidFill>
                  <a:srgbClr val="000000"/>
                </a:solidFill>
                <a:latin typeface="Arial" panose="020B0604020202020204" pitchFamily="34" charset="0"/>
              </a:rPr>
            </a:br>
            <a:br>
              <a:rPr lang="en-US" altLang="en-US" sz="4000">
                <a:solidFill>
                  <a:srgbClr val="000000"/>
                </a:solidFill>
                <a:latin typeface="Arial" panose="020B0604020202020204" pitchFamily="34" charset="0"/>
              </a:rPr>
            </a:br>
            <a:br>
              <a:rPr lang="en-US" altLang="en-US"/>
            </a:br>
            <a:endParaRPr lang="en-US" altLang="en-US"/>
          </a:p>
        </p:txBody>
      </p:sp>
      <p:sp>
        <p:nvSpPr>
          <p:cNvPr id="27651" name="Content Placeholder 2">
            <a:extLst>
              <a:ext uri="{FF2B5EF4-FFF2-40B4-BE49-F238E27FC236}">
                <a16:creationId xmlns:a16="http://schemas.microsoft.com/office/drawing/2014/main" id="{B1936B8B-8D3D-9D3F-5982-192EF7C636CF}"/>
              </a:ext>
            </a:extLst>
          </p:cNvPr>
          <p:cNvSpPr>
            <a:spLocks noGrp="1"/>
          </p:cNvSpPr>
          <p:nvPr>
            <p:ph idx="1"/>
          </p:nvPr>
        </p:nvSpPr>
        <p:spPr/>
        <p:txBody>
          <a:bodyPr/>
          <a:lstStyle/>
          <a:p>
            <a:pPr marL="547687" lvl="2" indent="0" algn="just" eaLnBrk="1" hangingPunct="1">
              <a:lnSpc>
                <a:spcPct val="150000"/>
              </a:lnSpc>
              <a:buClr>
                <a:srgbClr val="0B5395"/>
              </a:buClr>
              <a:buFont typeface="Corbel" panose="020B0503020204020204" pitchFamily="34" charset="0"/>
              <a:buNone/>
              <a:defRPr/>
            </a:pPr>
            <a:endParaRPr lang="en-US" altLang="en-US" dirty="0">
              <a:solidFill>
                <a:srgbClr val="000000"/>
              </a:solidFill>
              <a:latin typeface="Times New Roman" panose="02020603050405020304" pitchFamily="18" charset="0"/>
              <a:cs typeface="Times New Roman" panose="02020603050405020304" pitchFamily="18" charset="0"/>
            </a:endParaRPr>
          </a:p>
          <a:p>
            <a:pPr lvl="2" algn="just" eaLnBrk="1" hangingPunct="1">
              <a:lnSpc>
                <a:spcPct val="150000"/>
              </a:lnSpc>
              <a:buClr>
                <a:srgbClr val="0B5395"/>
              </a:buClr>
              <a:defRPr/>
            </a:pPr>
            <a:r>
              <a:rPr lang="en-US" altLang="en-US" dirty="0">
                <a:solidFill>
                  <a:srgbClr val="000000"/>
                </a:solidFill>
                <a:latin typeface="Times New Roman" panose="02020603050405020304" pitchFamily="18" charset="0"/>
                <a:cs typeface="Times New Roman" panose="02020603050405020304" pitchFamily="18" charset="0"/>
              </a:rPr>
              <a:t>69.7X for 6.972 or </a:t>
            </a:r>
            <a:r>
              <a:rPr lang="en-US" altLang="en-US" dirty="0" err="1">
                <a:solidFill>
                  <a:srgbClr val="000000"/>
                </a:solidFill>
                <a:latin typeface="Times New Roman" panose="02020603050405020304" pitchFamily="18" charset="0"/>
                <a:cs typeface="Times New Roman" panose="02020603050405020304" pitchFamily="18" charset="0"/>
              </a:rPr>
              <a:t>bbrown</a:t>
            </a:r>
            <a:r>
              <a:rPr lang="en-US" altLang="en-US" dirty="0">
                <a:solidFill>
                  <a:srgbClr val="000000"/>
                </a:solidFill>
                <a:latin typeface="Times New Roman" panose="02020603050405020304" pitchFamily="18" charset="0"/>
                <a:cs typeface="Times New Roman" panose="02020603050405020304" pitchFamily="18" charset="0"/>
              </a:rPr>
              <a:t> for brown</a:t>
            </a:r>
          </a:p>
          <a:p>
            <a:pPr lvl="2" algn="just" eaLnBrk="1" hangingPunct="1">
              <a:lnSpc>
                <a:spcPct val="150000"/>
              </a:lnSpc>
              <a:buClr>
                <a:srgbClr val="0B5395"/>
              </a:buClr>
              <a:defRPr/>
            </a:pPr>
            <a:r>
              <a:rPr lang="en-US" altLang="en-US" dirty="0">
                <a:solidFill>
                  <a:srgbClr val="000000"/>
                </a:solidFill>
                <a:latin typeface="Times New Roman" panose="02020603050405020304" pitchFamily="18" charset="0"/>
                <a:cs typeface="Times New Roman" panose="02020603050405020304" pitchFamily="18" charset="0"/>
              </a:rPr>
              <a:t>An invalid value can easily be detected and either corrected or rejected</a:t>
            </a:r>
          </a:p>
          <a:p>
            <a:pPr marL="265113" lvl="1" algn="just" eaLnBrk="1" hangingPunct="1">
              <a:lnSpc>
                <a:spcPct val="150000"/>
              </a:lnSpc>
              <a:buClr>
                <a:srgbClr val="0B5395"/>
              </a:buClr>
              <a:defRPr/>
            </a:pPr>
            <a:endParaRPr lang="en-US" altLang="en-US" sz="18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a:extLst>
              <a:ext uri="{FF2B5EF4-FFF2-40B4-BE49-F238E27FC236}">
                <a16:creationId xmlns:a16="http://schemas.microsoft.com/office/drawing/2014/main" id="{4D9347AD-E163-BC43-6079-7A383204BEFC}"/>
              </a:ext>
            </a:extLst>
          </p:cNvPr>
          <p:cNvSpPr>
            <a:spLocks noGrp="1"/>
          </p:cNvSpPr>
          <p:nvPr>
            <p:ph type="title"/>
          </p:nvPr>
        </p:nvSpPr>
        <p:spPr>
          <a:xfrm>
            <a:off x="1143000" y="609600"/>
            <a:ext cx="9875838" cy="1198563"/>
          </a:xfrm>
        </p:spPr>
        <p:txBody>
          <a:bodyPr/>
          <a:lstStyle/>
          <a:p>
            <a:br>
              <a:rPr lang="en-US" altLang="en-US" sz="4000">
                <a:solidFill>
                  <a:srgbClr val="000000"/>
                </a:solidFill>
                <a:latin typeface="Arial" panose="020B0604020202020204" pitchFamily="34" charset="0"/>
              </a:rPr>
            </a:br>
            <a:br>
              <a:rPr lang="en-US" altLang="en-US" sz="4000">
                <a:solidFill>
                  <a:srgbClr val="000000"/>
                </a:solidFill>
                <a:latin typeface="Arial" panose="020B0604020202020204" pitchFamily="34" charset="0"/>
              </a:rPr>
            </a:br>
            <a:br>
              <a:rPr lang="en-US" altLang="en-US" sz="4000">
                <a:solidFill>
                  <a:srgbClr val="000000"/>
                </a:solidFill>
                <a:latin typeface="Arial" panose="020B0604020202020204" pitchFamily="34" charset="0"/>
              </a:rPr>
            </a:br>
            <a:r>
              <a:rPr lang="en-US" altLang="en-US" sz="2400" b="1">
                <a:solidFill>
                  <a:srgbClr val="000000"/>
                </a:solidFill>
                <a:latin typeface="Arial" panose="020B0604020202020204" pitchFamily="34" charset="0"/>
              </a:rPr>
              <a:t>Data types and  Conversion</a:t>
            </a:r>
            <a:br>
              <a:rPr lang="en-US" altLang="en-US" sz="4000">
                <a:solidFill>
                  <a:srgbClr val="000000"/>
                </a:solidFill>
                <a:latin typeface="Arial" panose="020B0604020202020204" pitchFamily="34" charset="0"/>
              </a:rPr>
            </a:br>
            <a:br>
              <a:rPr lang="en-US" altLang="en-US"/>
            </a:br>
            <a:endParaRPr lang="en-US" altLang="en-US"/>
          </a:p>
        </p:txBody>
      </p:sp>
      <p:sp>
        <p:nvSpPr>
          <p:cNvPr id="40963" name="Content Placeholder 2">
            <a:extLst>
              <a:ext uri="{FF2B5EF4-FFF2-40B4-BE49-F238E27FC236}">
                <a16:creationId xmlns:a16="http://schemas.microsoft.com/office/drawing/2014/main" id="{29BF8755-1078-13D9-BDF2-58DC33319F33}"/>
              </a:ext>
            </a:extLst>
          </p:cNvPr>
          <p:cNvSpPr>
            <a:spLocks noGrp="1"/>
          </p:cNvSpPr>
          <p:nvPr>
            <p:ph idx="1"/>
          </p:nvPr>
        </p:nvSpPr>
        <p:spPr>
          <a:xfrm>
            <a:off x="1143000" y="2078038"/>
            <a:ext cx="9872663" cy="4038600"/>
          </a:xfrm>
        </p:spPr>
        <p:txBody>
          <a:bodyPr/>
          <a:lstStyle/>
          <a:p>
            <a:pPr marL="44450" indent="0" algn="just">
              <a:lnSpc>
                <a:spcPct val="150000"/>
              </a:lnSpc>
              <a:buFont typeface="Corbel" panose="020B0503020204020204" pitchFamily="34" charset="0"/>
              <a:buNone/>
            </a:pPr>
            <a:r>
              <a:rPr lang="en-US" altLang="en-US" sz="1800">
                <a:latin typeface="Times New Roman" panose="02020603050405020304" pitchFamily="18" charset="0"/>
                <a:cs typeface="Times New Roman" panose="02020603050405020304" pitchFamily="18" charset="0"/>
              </a:rPr>
              <a:t>The attributes in a dataset can be of different types, such as continuous numeric (interest rate), integer numeric (credit score), or categorical. For example, the credit score can be expressed as categorical values (poor, good, excellent) or numeric score. Different data science algorithms impose different restrictions on the attribute data types.</a:t>
            </a:r>
          </a:p>
        </p:txBody>
      </p:sp>
      <p:pic>
        <p:nvPicPr>
          <p:cNvPr id="40964" name="Picture 2">
            <a:extLst>
              <a:ext uri="{FF2B5EF4-FFF2-40B4-BE49-F238E27FC236}">
                <a16:creationId xmlns:a16="http://schemas.microsoft.com/office/drawing/2014/main" id="{4139D53E-3418-6E16-2722-9CC68AB064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9925" y="3841750"/>
            <a:ext cx="5172075" cy="254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a:extLst>
              <a:ext uri="{FF2B5EF4-FFF2-40B4-BE49-F238E27FC236}">
                <a16:creationId xmlns:a16="http://schemas.microsoft.com/office/drawing/2014/main" id="{AE3739E6-1CAD-C91D-41CB-85D32495BBCF}"/>
              </a:ext>
            </a:extLst>
          </p:cNvPr>
          <p:cNvSpPr>
            <a:spLocks noGrp="1"/>
          </p:cNvSpPr>
          <p:nvPr>
            <p:ph type="title"/>
          </p:nvPr>
        </p:nvSpPr>
        <p:spPr>
          <a:xfrm>
            <a:off x="1143000" y="609600"/>
            <a:ext cx="9875838" cy="995363"/>
          </a:xfrm>
        </p:spPr>
        <p:txBody>
          <a:bodyPr/>
          <a:lstStyle/>
          <a:p>
            <a:br>
              <a:rPr lang="en-US" altLang="en-US" sz="4000">
                <a:solidFill>
                  <a:srgbClr val="000000"/>
                </a:solidFill>
                <a:latin typeface="Arial" panose="020B0604020202020204" pitchFamily="34" charset="0"/>
              </a:rPr>
            </a:br>
            <a:br>
              <a:rPr lang="en-US" altLang="en-US" sz="4000">
                <a:solidFill>
                  <a:srgbClr val="000000"/>
                </a:solidFill>
                <a:latin typeface="Arial" panose="020B0604020202020204" pitchFamily="34" charset="0"/>
              </a:rPr>
            </a:br>
            <a:r>
              <a:rPr lang="en-US" altLang="en-US" sz="2400" b="1">
                <a:solidFill>
                  <a:srgbClr val="000000"/>
                </a:solidFill>
                <a:latin typeface="Arial" panose="020B0604020202020204" pitchFamily="34" charset="0"/>
              </a:rPr>
              <a:t>Transformation</a:t>
            </a:r>
            <a:br>
              <a:rPr lang="en-US" altLang="en-US" sz="4000">
                <a:solidFill>
                  <a:srgbClr val="000000"/>
                </a:solidFill>
                <a:latin typeface="Arial" panose="020B0604020202020204" pitchFamily="34" charset="0"/>
              </a:rPr>
            </a:br>
            <a:br>
              <a:rPr lang="en-US" altLang="en-US"/>
            </a:br>
            <a:endParaRPr lang="en-US" altLang="en-US"/>
          </a:p>
        </p:txBody>
      </p:sp>
      <p:sp>
        <p:nvSpPr>
          <p:cNvPr id="41987" name="Content Placeholder 2">
            <a:extLst>
              <a:ext uri="{FF2B5EF4-FFF2-40B4-BE49-F238E27FC236}">
                <a16:creationId xmlns:a16="http://schemas.microsoft.com/office/drawing/2014/main" id="{712ED5FE-D91A-1F41-2F20-7AE3E479C04A}"/>
              </a:ext>
            </a:extLst>
          </p:cNvPr>
          <p:cNvSpPr>
            <a:spLocks noGrp="1"/>
          </p:cNvSpPr>
          <p:nvPr>
            <p:ph idx="1"/>
          </p:nvPr>
        </p:nvSpPr>
        <p:spPr>
          <a:xfrm>
            <a:off x="1143000" y="1604963"/>
            <a:ext cx="9906000" cy="4511675"/>
          </a:xfrm>
        </p:spPr>
        <p:txBody>
          <a:bodyPr/>
          <a:lstStyle/>
          <a:p>
            <a:pPr marL="44450" indent="0" algn="just">
              <a:lnSpc>
                <a:spcPct val="150000"/>
              </a:lnSpc>
              <a:buFont typeface="Corbel" panose="020B0503020204020204" pitchFamily="34" charset="0"/>
              <a:buNone/>
            </a:pPr>
            <a:r>
              <a:rPr lang="en-US" altLang="en-US" sz="1800">
                <a:latin typeface="Times New Roman" panose="02020603050405020304" pitchFamily="18" charset="0"/>
                <a:cs typeface="Times New Roman" panose="02020603050405020304" pitchFamily="18" charset="0"/>
              </a:rPr>
              <a:t>In some data science algorithms like k-NN, the input attributes are expected to be numeric and normalized, because the algorithm compares the values of different attributes and calculates distance between the data points. Normalization prevents one attribute dominating the distance results because of large values. To overcome this problem ,we generally normalize the values of continuous attributes.</a:t>
            </a:r>
          </a:p>
          <a:p>
            <a:pPr marL="44450" indent="0" algn="just">
              <a:lnSpc>
                <a:spcPct val="150000"/>
              </a:lnSpc>
              <a:buFont typeface="Corbel" panose="020B0503020204020204" pitchFamily="34" charset="0"/>
              <a:buNone/>
            </a:pPr>
            <a:r>
              <a:rPr lang="en-US" altLang="en-US" sz="1800">
                <a:latin typeface="Times New Roman" panose="02020603050405020304" pitchFamily="18" charset="0"/>
                <a:cs typeface="Times New Roman" panose="02020603050405020304" pitchFamily="18" charset="0"/>
              </a:rPr>
              <a:t>The idea is to make the values of each attribute run from 0 to 1. In general, if the lowest value of attribute A is min and the highest value is max, we convert each value of A, say a, to (a − min)/(max − min).</a:t>
            </a:r>
          </a:p>
          <a:p>
            <a:pPr marL="44450" indent="0" algn="just">
              <a:lnSpc>
                <a:spcPct val="150000"/>
              </a:lnSpc>
              <a:buFont typeface="Corbel" panose="020B0503020204020204" pitchFamily="34" charset="0"/>
              <a:buNone/>
            </a:pPr>
            <a:endParaRPr lang="en-US" altLang="en-US" sz="1800">
              <a:latin typeface="Times New Roman" panose="02020603050405020304" pitchFamily="18" charset="0"/>
              <a:cs typeface="Times New Roman" panose="02020603050405020304" pitchFamily="18" charset="0"/>
            </a:endParaRPr>
          </a:p>
          <a:p>
            <a:pPr marL="44450" indent="0" algn="just">
              <a:lnSpc>
                <a:spcPct val="150000"/>
              </a:lnSpc>
              <a:buFont typeface="Corbel" panose="020B0503020204020204" pitchFamily="34" charset="0"/>
              <a:buNone/>
            </a:pPr>
            <a:endParaRPr lang="en-US" altLang="en-US" sz="1800">
              <a:latin typeface="Times New Roman" panose="02020603050405020304" pitchFamily="18" charset="0"/>
              <a:cs typeface="Times New Roman" panose="02020603050405020304" pitchFamily="18" charset="0"/>
            </a:endParaRPr>
          </a:p>
          <a:p>
            <a:pPr marL="44450" indent="0" algn="just">
              <a:lnSpc>
                <a:spcPct val="150000"/>
              </a:lnSpc>
              <a:buFont typeface="Corbel" panose="020B0503020204020204" pitchFamily="34" charset="0"/>
              <a:buNone/>
            </a:pPr>
            <a:endParaRPr lang="en-US" altLang="en-US" sz="1800">
              <a:latin typeface="Times New Roman" panose="02020603050405020304" pitchFamily="18" charset="0"/>
              <a:cs typeface="Times New Roman" panose="02020603050405020304" pitchFamily="18" charset="0"/>
            </a:endParaRPr>
          </a:p>
        </p:txBody>
      </p:sp>
      <p:pic>
        <p:nvPicPr>
          <p:cNvPr id="41988" name="Picture 3">
            <a:extLst>
              <a:ext uri="{FF2B5EF4-FFF2-40B4-BE49-F238E27FC236}">
                <a16:creationId xmlns:a16="http://schemas.microsoft.com/office/drawing/2014/main" id="{E5FC4908-1282-EECE-4BBD-F8B039AAF9F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30350" y="4845050"/>
            <a:ext cx="8842375" cy="115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a:extLst>
              <a:ext uri="{FF2B5EF4-FFF2-40B4-BE49-F238E27FC236}">
                <a16:creationId xmlns:a16="http://schemas.microsoft.com/office/drawing/2014/main" id="{17DEA724-4EE5-0303-3188-D724EC630457}"/>
              </a:ext>
            </a:extLst>
          </p:cNvPr>
          <p:cNvSpPr>
            <a:spLocks noGrp="1"/>
          </p:cNvSpPr>
          <p:nvPr>
            <p:ph type="title"/>
          </p:nvPr>
        </p:nvSpPr>
        <p:spPr>
          <a:xfrm>
            <a:off x="1143000" y="609600"/>
            <a:ext cx="9875838" cy="995363"/>
          </a:xfrm>
        </p:spPr>
        <p:txBody>
          <a:bodyPr/>
          <a:lstStyle/>
          <a:p>
            <a:br>
              <a:rPr lang="en-US" altLang="en-US" sz="4000">
                <a:solidFill>
                  <a:srgbClr val="000000"/>
                </a:solidFill>
                <a:latin typeface="Arial" panose="020B0604020202020204" pitchFamily="34" charset="0"/>
              </a:rPr>
            </a:br>
            <a:br>
              <a:rPr lang="en-US" altLang="en-US" sz="4000">
                <a:solidFill>
                  <a:srgbClr val="000000"/>
                </a:solidFill>
                <a:latin typeface="Arial" panose="020B0604020202020204" pitchFamily="34" charset="0"/>
              </a:rPr>
            </a:br>
            <a:r>
              <a:rPr lang="en-US" altLang="en-US" sz="2400" b="1">
                <a:solidFill>
                  <a:srgbClr val="000000"/>
                </a:solidFill>
                <a:latin typeface="Arial" panose="020B0604020202020204" pitchFamily="34" charset="0"/>
              </a:rPr>
              <a:t>Transformation</a:t>
            </a:r>
            <a:br>
              <a:rPr lang="en-US" altLang="en-US" sz="4000">
                <a:solidFill>
                  <a:srgbClr val="000000"/>
                </a:solidFill>
                <a:latin typeface="Arial" panose="020B0604020202020204" pitchFamily="34" charset="0"/>
              </a:rPr>
            </a:br>
            <a:br>
              <a:rPr lang="en-US" altLang="en-US"/>
            </a:br>
            <a:endParaRPr lang="en-US" altLang="en-US"/>
          </a:p>
        </p:txBody>
      </p:sp>
      <p:sp>
        <p:nvSpPr>
          <p:cNvPr id="43011" name="Content Placeholder 2">
            <a:extLst>
              <a:ext uri="{FF2B5EF4-FFF2-40B4-BE49-F238E27FC236}">
                <a16:creationId xmlns:a16="http://schemas.microsoft.com/office/drawing/2014/main" id="{407103CE-4421-7CD2-C30F-C9572D91065C}"/>
              </a:ext>
            </a:extLst>
          </p:cNvPr>
          <p:cNvSpPr>
            <a:spLocks noGrp="1"/>
          </p:cNvSpPr>
          <p:nvPr>
            <p:ph idx="1"/>
          </p:nvPr>
        </p:nvSpPr>
        <p:spPr>
          <a:xfrm>
            <a:off x="1143000" y="1604963"/>
            <a:ext cx="9906000" cy="4511675"/>
          </a:xfrm>
        </p:spPr>
        <p:txBody>
          <a:bodyPr/>
          <a:lstStyle/>
          <a:p>
            <a:pPr marL="44450" indent="0" algn="just">
              <a:lnSpc>
                <a:spcPct val="150000"/>
              </a:lnSpc>
              <a:buFont typeface="Corbel" panose="020B0503020204020204" pitchFamily="34" charset="0"/>
              <a:buNone/>
            </a:pPr>
            <a:endParaRPr lang="en-US" altLang="en-US" sz="1800">
              <a:latin typeface="Times New Roman" panose="02020603050405020304" pitchFamily="18" charset="0"/>
              <a:cs typeface="Times New Roman" panose="02020603050405020304" pitchFamily="18" charset="0"/>
            </a:endParaRPr>
          </a:p>
        </p:txBody>
      </p:sp>
      <p:sp>
        <p:nvSpPr>
          <p:cNvPr id="43012" name="Slide Number Placeholder 1">
            <a:extLst>
              <a:ext uri="{FF2B5EF4-FFF2-40B4-BE49-F238E27FC236}">
                <a16:creationId xmlns:a16="http://schemas.microsoft.com/office/drawing/2014/main" id="{08232A04-AD26-5315-B0DD-8CEE6777839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170584FB-D2A6-4191-94EB-655239800B0B}" type="slidenum">
              <a:rPr lang="en-US" altLang="en-US" smtClean="0"/>
              <a:pPr/>
              <a:t>35</a:t>
            </a:fld>
            <a:endParaRPr lang="en-US" altLang="en-US"/>
          </a:p>
        </p:txBody>
      </p:sp>
      <p:pic>
        <p:nvPicPr>
          <p:cNvPr id="43013" name="Picture 2">
            <a:extLst>
              <a:ext uri="{FF2B5EF4-FFF2-40B4-BE49-F238E27FC236}">
                <a16:creationId xmlns:a16="http://schemas.microsoft.com/office/drawing/2014/main" id="{096DDF94-8E10-62C6-986D-43A2AABD8A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1497013"/>
            <a:ext cx="4283075" cy="430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14" name="Picture 4">
            <a:extLst>
              <a:ext uri="{FF2B5EF4-FFF2-40B4-BE49-F238E27FC236}">
                <a16:creationId xmlns:a16="http://schemas.microsoft.com/office/drawing/2014/main" id="{D4C3597D-A440-D13C-6027-C17134ABF56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30875" y="3159125"/>
            <a:ext cx="5318125" cy="25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15" name="Picture 8">
            <a:extLst>
              <a:ext uri="{FF2B5EF4-FFF2-40B4-BE49-F238E27FC236}">
                <a16:creationId xmlns:a16="http://schemas.microsoft.com/office/drawing/2014/main" id="{8FDCB5F9-DFE8-5644-D14A-DF627E1B854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16663" y="552450"/>
            <a:ext cx="4189412" cy="241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9">
            <a:extLst>
              <a:ext uri="{FF2B5EF4-FFF2-40B4-BE49-F238E27FC236}">
                <a16:creationId xmlns:a16="http://schemas.microsoft.com/office/drawing/2014/main" id="{39781EE0-3010-1CB4-83AB-2D3E253DEC9B}"/>
              </a:ext>
            </a:extLst>
          </p:cNvPr>
          <p:cNvSpPr/>
          <p:nvPr/>
        </p:nvSpPr>
        <p:spPr>
          <a:xfrm>
            <a:off x="1190625" y="5891213"/>
            <a:ext cx="4189413" cy="396875"/>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r>
              <a:rPr lang="en-US" dirty="0">
                <a:solidFill>
                  <a:schemeClr val="tx1"/>
                </a:solidFill>
                <a:latin typeface="sohne"/>
              </a:rPr>
              <a:t>First 13 rows of the salary data</a:t>
            </a:r>
            <a:endParaRPr lang="en-AU" dirty="0">
              <a:solidFill>
                <a:schemeClr val="tx1"/>
              </a:solidFill>
            </a:endParaRPr>
          </a:p>
        </p:txBody>
      </p:sp>
      <p:sp>
        <p:nvSpPr>
          <p:cNvPr id="11" name="Rectangle 10">
            <a:extLst>
              <a:ext uri="{FF2B5EF4-FFF2-40B4-BE49-F238E27FC236}">
                <a16:creationId xmlns:a16="http://schemas.microsoft.com/office/drawing/2014/main" id="{6AE6E786-5669-8B2D-2334-7DD7F0870737}"/>
              </a:ext>
            </a:extLst>
          </p:cNvPr>
          <p:cNvSpPr/>
          <p:nvPr/>
        </p:nvSpPr>
        <p:spPr>
          <a:xfrm>
            <a:off x="5532438" y="5891213"/>
            <a:ext cx="5756275" cy="396875"/>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r>
              <a:rPr lang="en-US" dirty="0">
                <a:solidFill>
                  <a:schemeClr val="tx1"/>
                </a:solidFill>
                <a:latin typeface="sohne"/>
              </a:rPr>
              <a:t>First 6 rows of Normalized data (Min-Max Normalization)</a:t>
            </a:r>
            <a:endParaRPr lang="en-AU" dirty="0">
              <a:solidFill>
                <a:schemeClr val="tx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a:extLst>
              <a:ext uri="{FF2B5EF4-FFF2-40B4-BE49-F238E27FC236}">
                <a16:creationId xmlns:a16="http://schemas.microsoft.com/office/drawing/2014/main" id="{68B928F4-B03F-7FA2-1D61-C03475E56E8D}"/>
              </a:ext>
            </a:extLst>
          </p:cNvPr>
          <p:cNvSpPr>
            <a:spLocks noGrp="1"/>
          </p:cNvSpPr>
          <p:nvPr>
            <p:ph type="title"/>
          </p:nvPr>
        </p:nvSpPr>
        <p:spPr>
          <a:xfrm>
            <a:off x="1143000" y="609600"/>
            <a:ext cx="9875838" cy="995363"/>
          </a:xfrm>
        </p:spPr>
        <p:txBody>
          <a:bodyPr/>
          <a:lstStyle/>
          <a:p>
            <a:br>
              <a:rPr lang="en-US" altLang="en-US" sz="4000">
                <a:solidFill>
                  <a:srgbClr val="000000"/>
                </a:solidFill>
                <a:latin typeface="Arial" panose="020B0604020202020204" pitchFamily="34" charset="0"/>
              </a:rPr>
            </a:br>
            <a:br>
              <a:rPr lang="en-US" altLang="en-US" sz="4000">
                <a:solidFill>
                  <a:srgbClr val="000000"/>
                </a:solidFill>
                <a:latin typeface="Arial" panose="020B0604020202020204" pitchFamily="34" charset="0"/>
              </a:rPr>
            </a:br>
            <a:r>
              <a:rPr lang="en-US" altLang="en-US" sz="2400" b="1">
                <a:solidFill>
                  <a:srgbClr val="000000"/>
                </a:solidFill>
                <a:latin typeface="Arial" panose="020B0604020202020204" pitchFamily="34" charset="0"/>
              </a:rPr>
              <a:t>Outliers</a:t>
            </a:r>
            <a:br>
              <a:rPr lang="en-US" altLang="en-US" sz="4000">
                <a:solidFill>
                  <a:srgbClr val="000000"/>
                </a:solidFill>
                <a:latin typeface="Arial" panose="020B0604020202020204" pitchFamily="34" charset="0"/>
              </a:rPr>
            </a:br>
            <a:br>
              <a:rPr lang="en-US" altLang="en-US"/>
            </a:br>
            <a:endParaRPr lang="en-US" altLang="en-US"/>
          </a:p>
        </p:txBody>
      </p:sp>
      <p:sp>
        <p:nvSpPr>
          <p:cNvPr id="45059" name="Content Placeholder 2">
            <a:extLst>
              <a:ext uri="{FF2B5EF4-FFF2-40B4-BE49-F238E27FC236}">
                <a16:creationId xmlns:a16="http://schemas.microsoft.com/office/drawing/2014/main" id="{0AB420D5-0F9A-4394-3EE2-0D26230FBA7D}"/>
              </a:ext>
            </a:extLst>
          </p:cNvPr>
          <p:cNvSpPr>
            <a:spLocks noGrp="1"/>
          </p:cNvSpPr>
          <p:nvPr>
            <p:ph idx="1"/>
          </p:nvPr>
        </p:nvSpPr>
        <p:spPr>
          <a:xfrm>
            <a:off x="1143000" y="1604963"/>
            <a:ext cx="9872663" cy="4511675"/>
          </a:xfrm>
        </p:spPr>
        <p:txBody>
          <a:bodyPr/>
          <a:lstStyle/>
          <a:p>
            <a:pPr marL="44450" indent="0" algn="just">
              <a:lnSpc>
                <a:spcPct val="150000"/>
              </a:lnSpc>
              <a:buFont typeface="Corbel" panose="020B0503020204020204" pitchFamily="34" charset="0"/>
              <a:buNone/>
            </a:pPr>
            <a:r>
              <a:rPr lang="en-US" altLang="en-US" sz="1800">
                <a:latin typeface="Times New Roman" panose="02020603050405020304" pitchFamily="18" charset="0"/>
                <a:cs typeface="Times New Roman" panose="02020603050405020304" pitchFamily="18" charset="0"/>
              </a:rPr>
              <a:t>Outliers are those data points that are significantly different from the rest of the dataset. They are often abnormal observations that skew the data distribution, and arise due to inconsistent data entry, or erroneous observations. Detecting outliers may be the primary purpose of some data science applications, like fake email detection, fraud or intrusion detection.</a:t>
            </a:r>
          </a:p>
        </p:txBody>
      </p:sp>
      <p:pic>
        <p:nvPicPr>
          <p:cNvPr id="45060" name="Content Placeholder 2">
            <a:extLst>
              <a:ext uri="{FF2B5EF4-FFF2-40B4-BE49-F238E27FC236}">
                <a16:creationId xmlns:a16="http://schemas.microsoft.com/office/drawing/2014/main" id="{C072EBF1-0A86-C8B0-5154-4D10DEF721A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58075" y="3016250"/>
            <a:ext cx="3981450" cy="310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a:extLst>
              <a:ext uri="{FF2B5EF4-FFF2-40B4-BE49-F238E27FC236}">
                <a16:creationId xmlns:a16="http://schemas.microsoft.com/office/drawing/2014/main" id="{1C4C3C24-8414-51DC-55EE-1809E63E1F21}"/>
              </a:ext>
            </a:extLst>
          </p:cNvPr>
          <p:cNvSpPr>
            <a:spLocks noGrp="1"/>
          </p:cNvSpPr>
          <p:nvPr>
            <p:ph type="title"/>
          </p:nvPr>
        </p:nvSpPr>
        <p:spPr>
          <a:xfrm>
            <a:off x="1143000" y="609600"/>
            <a:ext cx="9875838" cy="995363"/>
          </a:xfrm>
        </p:spPr>
        <p:txBody>
          <a:bodyPr/>
          <a:lstStyle/>
          <a:p>
            <a:br>
              <a:rPr lang="en-US" altLang="en-US" sz="4000">
                <a:solidFill>
                  <a:srgbClr val="000000"/>
                </a:solidFill>
                <a:latin typeface="Arial" panose="020B0604020202020204" pitchFamily="34" charset="0"/>
              </a:rPr>
            </a:br>
            <a:br>
              <a:rPr lang="en-US" altLang="en-US" sz="4000">
                <a:solidFill>
                  <a:srgbClr val="000000"/>
                </a:solidFill>
                <a:latin typeface="Arial" panose="020B0604020202020204" pitchFamily="34" charset="0"/>
              </a:rPr>
            </a:br>
            <a:r>
              <a:rPr lang="en-US" altLang="en-US" sz="2400" b="1">
                <a:solidFill>
                  <a:srgbClr val="000000"/>
                </a:solidFill>
                <a:latin typeface="Arial" panose="020B0604020202020204" pitchFamily="34" charset="0"/>
              </a:rPr>
              <a:t>Feature Selection</a:t>
            </a:r>
            <a:br>
              <a:rPr lang="en-US" altLang="en-US" sz="4000">
                <a:solidFill>
                  <a:srgbClr val="000000"/>
                </a:solidFill>
                <a:latin typeface="Arial" panose="020B0604020202020204" pitchFamily="34" charset="0"/>
              </a:rPr>
            </a:br>
            <a:br>
              <a:rPr lang="en-US" altLang="en-US"/>
            </a:br>
            <a:endParaRPr lang="en-US" altLang="en-US"/>
          </a:p>
        </p:txBody>
      </p:sp>
      <p:sp>
        <p:nvSpPr>
          <p:cNvPr id="46083" name="Content Placeholder 2">
            <a:extLst>
              <a:ext uri="{FF2B5EF4-FFF2-40B4-BE49-F238E27FC236}">
                <a16:creationId xmlns:a16="http://schemas.microsoft.com/office/drawing/2014/main" id="{6B14E380-F1DB-B8AA-8A7B-958D620F5CB2}"/>
              </a:ext>
            </a:extLst>
          </p:cNvPr>
          <p:cNvSpPr>
            <a:spLocks noGrp="1"/>
          </p:cNvSpPr>
          <p:nvPr>
            <p:ph idx="1"/>
          </p:nvPr>
        </p:nvSpPr>
        <p:spPr>
          <a:xfrm>
            <a:off x="1143000" y="1604963"/>
            <a:ext cx="9872663" cy="4511675"/>
          </a:xfrm>
        </p:spPr>
        <p:txBody>
          <a:bodyPr/>
          <a:lstStyle/>
          <a:p>
            <a:pPr marL="44450" indent="0">
              <a:lnSpc>
                <a:spcPct val="150000"/>
              </a:lnSpc>
              <a:buFont typeface="Corbel" panose="020B0503020204020204" pitchFamily="34" charset="0"/>
              <a:buNone/>
            </a:pPr>
            <a:r>
              <a:rPr lang="en-US" altLang="en-US" sz="1800">
                <a:latin typeface="Times New Roman" panose="02020603050405020304" pitchFamily="18" charset="0"/>
                <a:cs typeface="Times New Roman" panose="02020603050405020304" pitchFamily="18" charset="0"/>
              </a:rPr>
              <a:t>Reducing the number of attributes, without significant loss in the performance of the model, is called feature selection.</a:t>
            </a:r>
          </a:p>
          <a:p>
            <a:pPr marL="44450" indent="0" algn="just">
              <a:lnSpc>
                <a:spcPct val="150000"/>
              </a:lnSpc>
              <a:buFont typeface="Corbel" panose="020B0503020204020204" pitchFamily="34" charset="0"/>
              <a:buNone/>
            </a:pPr>
            <a:r>
              <a:rPr lang="en-US" altLang="en-US" sz="1800">
                <a:latin typeface="Times New Roman" panose="02020603050405020304" pitchFamily="18" charset="0"/>
                <a:cs typeface="Times New Roman" panose="02020603050405020304" pitchFamily="18" charset="0"/>
              </a:rPr>
              <a:t>many data science problems involve a dataset with hundreds to thousands of attributes. In text mining applications, every distinct word in a document forms a distinct attribute in the dataset. Not all the attributes are equally important or useful in predicting the target. The presence of some attributes might be counter productive. Some of the attributes may be highly correlated with each other, like annual income and taxes paid. A large number of attributes in the dataset significantly increases the complexity of a model and may degrade the performance of the model due to the curse of dimensionality</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a:extLst>
              <a:ext uri="{FF2B5EF4-FFF2-40B4-BE49-F238E27FC236}">
                <a16:creationId xmlns:a16="http://schemas.microsoft.com/office/drawing/2014/main" id="{38A62761-9A2D-A88F-00F3-11F1ADD6CA8F}"/>
              </a:ext>
            </a:extLst>
          </p:cNvPr>
          <p:cNvSpPr>
            <a:spLocks noGrp="1"/>
          </p:cNvSpPr>
          <p:nvPr>
            <p:ph type="title"/>
          </p:nvPr>
        </p:nvSpPr>
        <p:spPr>
          <a:xfrm>
            <a:off x="1143000" y="609600"/>
            <a:ext cx="9875838" cy="995363"/>
          </a:xfrm>
        </p:spPr>
        <p:txBody>
          <a:bodyPr/>
          <a:lstStyle/>
          <a:p>
            <a:br>
              <a:rPr lang="en-US" altLang="en-US" sz="4000">
                <a:solidFill>
                  <a:srgbClr val="000000"/>
                </a:solidFill>
                <a:latin typeface="Arial" panose="020B0604020202020204" pitchFamily="34" charset="0"/>
              </a:rPr>
            </a:br>
            <a:br>
              <a:rPr lang="en-US" altLang="en-US" sz="4000">
                <a:solidFill>
                  <a:srgbClr val="000000"/>
                </a:solidFill>
                <a:latin typeface="Arial" panose="020B0604020202020204" pitchFamily="34" charset="0"/>
              </a:rPr>
            </a:br>
            <a:r>
              <a:rPr lang="en-US" altLang="en-US" sz="2400" b="1">
                <a:solidFill>
                  <a:srgbClr val="000000"/>
                </a:solidFill>
                <a:latin typeface="Arial" panose="020B0604020202020204" pitchFamily="34" charset="0"/>
              </a:rPr>
              <a:t>Feature Selection</a:t>
            </a:r>
            <a:br>
              <a:rPr lang="en-US" altLang="en-US" sz="4000">
                <a:solidFill>
                  <a:srgbClr val="000000"/>
                </a:solidFill>
                <a:latin typeface="Arial" panose="020B0604020202020204" pitchFamily="34" charset="0"/>
              </a:rPr>
            </a:br>
            <a:br>
              <a:rPr lang="en-US" altLang="en-US"/>
            </a:br>
            <a:endParaRPr lang="en-US" altLang="en-US"/>
          </a:p>
        </p:txBody>
      </p:sp>
      <p:pic>
        <p:nvPicPr>
          <p:cNvPr id="47107" name="Content Placeholder 2">
            <a:extLst>
              <a:ext uri="{FF2B5EF4-FFF2-40B4-BE49-F238E27FC236}">
                <a16:creationId xmlns:a16="http://schemas.microsoft.com/office/drawing/2014/main" id="{2F2BB90F-A8EC-5D43-E6A4-1F4F1785173D}"/>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593725" y="2106613"/>
            <a:ext cx="10974388" cy="2401887"/>
          </a:xfrm>
        </p:spPr>
      </p:pic>
      <p:sp>
        <p:nvSpPr>
          <p:cNvPr id="47108" name="Slide Number Placeholder 1">
            <a:extLst>
              <a:ext uri="{FF2B5EF4-FFF2-40B4-BE49-F238E27FC236}">
                <a16:creationId xmlns:a16="http://schemas.microsoft.com/office/drawing/2014/main" id="{67013A6B-82FB-DD0F-765F-33C15CA05A1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B4C23B49-C0C6-4BD1-8200-1594DF99731F}" type="slidenum">
              <a:rPr lang="en-US" altLang="en-US" smtClean="0"/>
              <a:pPr/>
              <a:t>38</a:t>
            </a:fld>
            <a:endParaRPr lang="en-US" altLang="en-US"/>
          </a:p>
        </p:txBody>
      </p:sp>
      <p:sp>
        <p:nvSpPr>
          <p:cNvPr id="7" name="Rectangle 6">
            <a:extLst>
              <a:ext uri="{FF2B5EF4-FFF2-40B4-BE49-F238E27FC236}">
                <a16:creationId xmlns:a16="http://schemas.microsoft.com/office/drawing/2014/main" id="{A2D10DA6-2C10-6817-A6AE-3B965BC1F361}"/>
              </a:ext>
            </a:extLst>
          </p:cNvPr>
          <p:cNvSpPr/>
          <p:nvPr/>
        </p:nvSpPr>
        <p:spPr>
          <a:xfrm>
            <a:off x="8067675" y="298450"/>
            <a:ext cx="3846513" cy="568325"/>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r>
              <a:rPr lang="en-AU" dirty="0">
                <a:solidFill>
                  <a:schemeClr val="tx1"/>
                </a:solidFill>
                <a:latin typeface="Roboto" panose="02000000000000000000" pitchFamily="2" charset="0"/>
              </a:rPr>
              <a:t>Glaucoma Dataset (62 features)</a:t>
            </a:r>
            <a:endParaRPr lang="en-AU" dirty="0">
              <a:solidFill>
                <a:schemeClr val="tx1"/>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a:extLst>
              <a:ext uri="{FF2B5EF4-FFF2-40B4-BE49-F238E27FC236}">
                <a16:creationId xmlns:a16="http://schemas.microsoft.com/office/drawing/2014/main" id="{156D35CE-8C86-6FB5-3E02-E84814C0C3C9}"/>
              </a:ext>
            </a:extLst>
          </p:cNvPr>
          <p:cNvSpPr>
            <a:spLocks noGrp="1"/>
          </p:cNvSpPr>
          <p:nvPr>
            <p:ph type="title"/>
          </p:nvPr>
        </p:nvSpPr>
        <p:spPr>
          <a:xfrm>
            <a:off x="1143000" y="609600"/>
            <a:ext cx="9875838" cy="995363"/>
          </a:xfrm>
        </p:spPr>
        <p:txBody>
          <a:bodyPr/>
          <a:lstStyle/>
          <a:p>
            <a:br>
              <a:rPr lang="en-US" altLang="en-US" sz="4000">
                <a:solidFill>
                  <a:srgbClr val="000000"/>
                </a:solidFill>
                <a:latin typeface="Arial" panose="020B0604020202020204" pitchFamily="34" charset="0"/>
              </a:rPr>
            </a:br>
            <a:br>
              <a:rPr lang="en-US" altLang="en-US" sz="4000">
                <a:solidFill>
                  <a:srgbClr val="000000"/>
                </a:solidFill>
                <a:latin typeface="Arial" panose="020B0604020202020204" pitchFamily="34" charset="0"/>
              </a:rPr>
            </a:br>
            <a:r>
              <a:rPr lang="en-US" altLang="en-US" sz="2400" b="1">
                <a:solidFill>
                  <a:srgbClr val="000000"/>
                </a:solidFill>
                <a:latin typeface="Arial" panose="020B0604020202020204" pitchFamily="34" charset="0"/>
              </a:rPr>
              <a:t>Feature Selection</a:t>
            </a:r>
            <a:br>
              <a:rPr lang="en-US" altLang="en-US" sz="4000">
                <a:solidFill>
                  <a:srgbClr val="000000"/>
                </a:solidFill>
                <a:latin typeface="Arial" panose="020B0604020202020204" pitchFamily="34" charset="0"/>
              </a:rPr>
            </a:br>
            <a:br>
              <a:rPr lang="en-US" altLang="en-US"/>
            </a:br>
            <a:endParaRPr lang="en-US" altLang="en-US"/>
          </a:p>
        </p:txBody>
      </p:sp>
      <p:sp>
        <p:nvSpPr>
          <p:cNvPr id="49155" name="Slide Number Placeholder 1">
            <a:extLst>
              <a:ext uri="{FF2B5EF4-FFF2-40B4-BE49-F238E27FC236}">
                <a16:creationId xmlns:a16="http://schemas.microsoft.com/office/drawing/2014/main" id="{9E6508EC-6939-A148-604E-5B25D692C78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E92C8901-1007-4BFF-9479-F26CB6A0CC49}" type="slidenum">
              <a:rPr lang="en-US" altLang="en-US" smtClean="0"/>
              <a:pPr/>
              <a:t>39</a:t>
            </a:fld>
            <a:endParaRPr lang="en-US" altLang="en-US"/>
          </a:p>
        </p:txBody>
      </p:sp>
      <p:sp>
        <p:nvSpPr>
          <p:cNvPr id="4" name="Rectangle 3">
            <a:extLst>
              <a:ext uri="{FF2B5EF4-FFF2-40B4-BE49-F238E27FC236}">
                <a16:creationId xmlns:a16="http://schemas.microsoft.com/office/drawing/2014/main" id="{3C2841BC-F6E9-DA84-1A3D-7575ACF63B4D}"/>
              </a:ext>
            </a:extLst>
          </p:cNvPr>
          <p:cNvSpPr/>
          <p:nvPr/>
        </p:nvSpPr>
        <p:spPr>
          <a:xfrm>
            <a:off x="8067675" y="298450"/>
            <a:ext cx="3846513" cy="568325"/>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r>
              <a:rPr lang="en-AU" dirty="0">
                <a:solidFill>
                  <a:schemeClr val="tx1"/>
                </a:solidFill>
                <a:latin typeface="Roboto" panose="02000000000000000000" pitchFamily="2" charset="0"/>
              </a:rPr>
              <a:t>Glaucoma Dataset (62 features)</a:t>
            </a:r>
            <a:endParaRPr lang="en-AU" dirty="0">
              <a:solidFill>
                <a:schemeClr val="tx1"/>
              </a:solidFill>
            </a:endParaRPr>
          </a:p>
        </p:txBody>
      </p:sp>
      <p:sp>
        <p:nvSpPr>
          <p:cNvPr id="49157" name="Content Placeholder 1">
            <a:extLst>
              <a:ext uri="{FF2B5EF4-FFF2-40B4-BE49-F238E27FC236}">
                <a16:creationId xmlns:a16="http://schemas.microsoft.com/office/drawing/2014/main" id="{E8AD183F-5A2F-895D-6443-052CDD2E394E}"/>
              </a:ext>
            </a:extLst>
          </p:cNvPr>
          <p:cNvSpPr>
            <a:spLocks noGrp="1"/>
          </p:cNvSpPr>
          <p:nvPr>
            <p:ph idx="1"/>
          </p:nvPr>
        </p:nvSpPr>
        <p:spPr/>
        <p:txBody>
          <a:bodyPr/>
          <a:lstStyle/>
          <a:p>
            <a:endParaRPr lang="en-AU" altLang="en-US"/>
          </a:p>
        </p:txBody>
      </p:sp>
      <p:pic>
        <p:nvPicPr>
          <p:cNvPr id="49158" name="Picture 5">
            <a:extLst>
              <a:ext uri="{FF2B5EF4-FFF2-40B4-BE49-F238E27FC236}">
                <a16:creationId xmlns:a16="http://schemas.microsoft.com/office/drawing/2014/main" id="{EE8B3732-26BA-4EE0-9A9A-0945B43709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51325" y="881063"/>
            <a:ext cx="5735638" cy="534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a:extLst>
              <a:ext uri="{FF2B5EF4-FFF2-40B4-BE49-F238E27FC236}">
                <a16:creationId xmlns:a16="http://schemas.microsoft.com/office/drawing/2014/main" id="{5DB99A64-82E7-7D68-EAC6-FD8225ADD5E3}"/>
              </a:ext>
            </a:extLst>
          </p:cNvPr>
          <p:cNvSpPr/>
          <p:nvPr/>
        </p:nvSpPr>
        <p:spPr>
          <a:xfrm>
            <a:off x="868363" y="3078163"/>
            <a:ext cx="3382962" cy="836612"/>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dirty="0">
                <a:solidFill>
                  <a:schemeClr val="tx1"/>
                </a:solidFill>
                <a:latin typeface="Roboto" panose="02000000000000000000" pitchFamily="2" charset="0"/>
              </a:rPr>
              <a:t>Regularized Random Forest – Variable Importance</a:t>
            </a:r>
            <a:endParaRPr lang="en-AU" dirty="0">
              <a:solidFill>
                <a:schemeClr val="tx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a:extLst>
              <a:ext uri="{FF2B5EF4-FFF2-40B4-BE49-F238E27FC236}">
                <a16:creationId xmlns:a16="http://schemas.microsoft.com/office/drawing/2014/main" id="{FC5F5FEB-0DF0-47B3-93D6-6ED6F0FF39D4}"/>
              </a:ext>
            </a:extLst>
          </p:cNvPr>
          <p:cNvSpPr>
            <a:spLocks noGrp="1"/>
          </p:cNvSpPr>
          <p:nvPr>
            <p:ph type="title"/>
          </p:nvPr>
        </p:nvSpPr>
        <p:spPr>
          <a:xfrm>
            <a:off x="1143000" y="609600"/>
            <a:ext cx="9875838" cy="995363"/>
          </a:xfrm>
        </p:spPr>
        <p:txBody>
          <a:bodyPr/>
          <a:lstStyle/>
          <a:p>
            <a:br>
              <a:rPr lang="en-US" altLang="en-US" sz="4000">
                <a:solidFill>
                  <a:srgbClr val="000000"/>
                </a:solidFill>
                <a:latin typeface="Arial" panose="020B0604020202020204" pitchFamily="34" charset="0"/>
              </a:rPr>
            </a:br>
            <a:br>
              <a:rPr lang="en-US" altLang="en-US" sz="4000">
                <a:solidFill>
                  <a:srgbClr val="000000"/>
                </a:solidFill>
                <a:latin typeface="Arial" panose="020B0604020202020204" pitchFamily="34" charset="0"/>
              </a:rPr>
            </a:br>
            <a:r>
              <a:rPr lang="en-US" altLang="en-US" sz="2400" b="1">
                <a:solidFill>
                  <a:srgbClr val="000000"/>
                </a:solidFill>
                <a:latin typeface="Arial" panose="020B0604020202020204" pitchFamily="34" charset="0"/>
              </a:rPr>
              <a:t>Data Sampling</a:t>
            </a:r>
            <a:br>
              <a:rPr lang="en-US" altLang="en-US" sz="4000">
                <a:solidFill>
                  <a:srgbClr val="000000"/>
                </a:solidFill>
                <a:latin typeface="Arial" panose="020B0604020202020204" pitchFamily="34" charset="0"/>
              </a:rPr>
            </a:br>
            <a:br>
              <a:rPr lang="en-US" altLang="en-US"/>
            </a:br>
            <a:endParaRPr lang="en-US" altLang="en-US"/>
          </a:p>
        </p:txBody>
      </p:sp>
      <p:sp>
        <p:nvSpPr>
          <p:cNvPr id="51203" name="Content Placeholder 2">
            <a:extLst>
              <a:ext uri="{FF2B5EF4-FFF2-40B4-BE49-F238E27FC236}">
                <a16:creationId xmlns:a16="http://schemas.microsoft.com/office/drawing/2014/main" id="{DE5B0F90-9843-3CAA-EAAB-59D0F170D7B6}"/>
              </a:ext>
            </a:extLst>
          </p:cNvPr>
          <p:cNvSpPr>
            <a:spLocks noGrp="1"/>
          </p:cNvSpPr>
          <p:nvPr>
            <p:ph idx="1"/>
          </p:nvPr>
        </p:nvSpPr>
        <p:spPr>
          <a:xfrm>
            <a:off x="1143000" y="1604963"/>
            <a:ext cx="9872663" cy="4511675"/>
          </a:xfrm>
        </p:spPr>
        <p:txBody>
          <a:bodyPr/>
          <a:lstStyle/>
          <a:p>
            <a:pPr marL="44450" indent="0" algn="just">
              <a:lnSpc>
                <a:spcPct val="150000"/>
              </a:lnSpc>
              <a:buFont typeface="Corbel" panose="020B0503020204020204" pitchFamily="34" charset="0"/>
              <a:buNone/>
            </a:pPr>
            <a:r>
              <a:rPr lang="en-US" altLang="en-US" sz="1800">
                <a:latin typeface="Times New Roman" panose="02020603050405020304" pitchFamily="18" charset="0"/>
                <a:cs typeface="Times New Roman" panose="02020603050405020304" pitchFamily="18" charset="0"/>
              </a:rPr>
              <a:t>Sampling is a process of selecting a subset of records as a representation of the original dataset for use in data analysis or modeling. The sample data serve as a representative of the original dataset with similar  properties, such as a similar mean. Sampling reduces the amount of data that need to be processed and speeds up the build process of the modeling. In most cases, to gain insights, extract the information, and to build representative predictive models it is sufficient to work with samples. Theoretically, the error introduced by sampling impacts the relevancy of the model, but their benefits far outweigh the risks.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a:extLst>
              <a:ext uri="{FF2B5EF4-FFF2-40B4-BE49-F238E27FC236}">
                <a16:creationId xmlns:a16="http://schemas.microsoft.com/office/drawing/2014/main" id="{11975887-4694-9A82-243F-7A27C01533AD}"/>
              </a:ext>
            </a:extLst>
          </p:cNvPr>
          <p:cNvSpPr>
            <a:spLocks noGrp="1"/>
          </p:cNvSpPr>
          <p:nvPr>
            <p:ph type="title"/>
          </p:nvPr>
        </p:nvSpPr>
        <p:spPr>
          <a:xfrm>
            <a:off x="1143000" y="609600"/>
            <a:ext cx="9875838" cy="995363"/>
          </a:xfrm>
        </p:spPr>
        <p:txBody>
          <a:bodyPr/>
          <a:lstStyle/>
          <a:p>
            <a:br>
              <a:rPr lang="en-US" altLang="en-US" sz="4000">
                <a:solidFill>
                  <a:srgbClr val="000000"/>
                </a:solidFill>
                <a:latin typeface="Arial" panose="020B0604020202020204" pitchFamily="34" charset="0"/>
              </a:rPr>
            </a:br>
            <a:br>
              <a:rPr lang="en-US" altLang="en-US" sz="4000">
                <a:solidFill>
                  <a:srgbClr val="000000"/>
                </a:solidFill>
                <a:latin typeface="Arial" panose="020B0604020202020204" pitchFamily="34" charset="0"/>
              </a:rPr>
            </a:br>
            <a:r>
              <a:rPr lang="en-US" altLang="en-US" sz="2400" b="1">
                <a:solidFill>
                  <a:srgbClr val="000000"/>
                </a:solidFill>
                <a:latin typeface="Arial" panose="020B0604020202020204" pitchFamily="34" charset="0"/>
              </a:rPr>
              <a:t>MODELING</a:t>
            </a:r>
            <a:br>
              <a:rPr lang="en-US" altLang="en-US" sz="4000">
                <a:solidFill>
                  <a:srgbClr val="000000"/>
                </a:solidFill>
                <a:latin typeface="Arial" panose="020B0604020202020204" pitchFamily="34" charset="0"/>
              </a:rPr>
            </a:br>
            <a:br>
              <a:rPr lang="en-US" altLang="en-US"/>
            </a:br>
            <a:endParaRPr lang="en-US" altLang="en-US"/>
          </a:p>
        </p:txBody>
      </p:sp>
      <p:sp>
        <p:nvSpPr>
          <p:cNvPr id="52227" name="Content Placeholder 2">
            <a:extLst>
              <a:ext uri="{FF2B5EF4-FFF2-40B4-BE49-F238E27FC236}">
                <a16:creationId xmlns:a16="http://schemas.microsoft.com/office/drawing/2014/main" id="{B6B37543-C517-FEDE-D220-4DA7840AC1AE}"/>
              </a:ext>
            </a:extLst>
          </p:cNvPr>
          <p:cNvSpPr>
            <a:spLocks noGrp="1"/>
          </p:cNvSpPr>
          <p:nvPr>
            <p:ph idx="1"/>
          </p:nvPr>
        </p:nvSpPr>
        <p:spPr>
          <a:xfrm>
            <a:off x="1143000" y="1604963"/>
            <a:ext cx="9872663" cy="4511675"/>
          </a:xfrm>
        </p:spPr>
        <p:txBody>
          <a:bodyPr/>
          <a:lstStyle/>
          <a:p>
            <a:pPr marL="44450" indent="0" algn="just">
              <a:lnSpc>
                <a:spcPct val="150000"/>
              </a:lnSpc>
              <a:buFont typeface="Corbel" panose="020B0503020204020204" pitchFamily="34" charset="0"/>
              <a:buNone/>
            </a:pPr>
            <a:r>
              <a:rPr lang="en-US" altLang="en-US" sz="1800">
                <a:latin typeface="Times New Roman" panose="02020603050405020304" pitchFamily="18" charset="0"/>
                <a:cs typeface="Times New Roman" panose="02020603050405020304" pitchFamily="18" charset="0"/>
              </a:rPr>
              <a:t>A model is the abstract representation of the data and the relationships in a given dataset.</a:t>
            </a:r>
          </a:p>
          <a:p>
            <a:pPr marL="44450" indent="0" algn="just">
              <a:lnSpc>
                <a:spcPct val="150000"/>
              </a:lnSpc>
              <a:buFont typeface="Corbel" panose="020B0503020204020204" pitchFamily="34" charset="0"/>
              <a:buNone/>
            </a:pPr>
            <a:endParaRPr lang="en-US" altLang="en-US" sz="1800">
              <a:latin typeface="Times New Roman" panose="02020603050405020304" pitchFamily="18" charset="0"/>
              <a:cs typeface="Times New Roman" panose="02020603050405020304" pitchFamily="18" charset="0"/>
            </a:endParaRPr>
          </a:p>
        </p:txBody>
      </p:sp>
      <p:pic>
        <p:nvPicPr>
          <p:cNvPr id="52228" name="Picture 4">
            <a:extLst>
              <a:ext uri="{FF2B5EF4-FFF2-40B4-BE49-F238E27FC236}">
                <a16:creationId xmlns:a16="http://schemas.microsoft.com/office/drawing/2014/main" id="{867388B6-D2A7-8ED2-0887-C858E9BAF7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4263" y="2501900"/>
            <a:ext cx="5876925" cy="295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a:extLst>
              <a:ext uri="{FF2B5EF4-FFF2-40B4-BE49-F238E27FC236}">
                <a16:creationId xmlns:a16="http://schemas.microsoft.com/office/drawing/2014/main" id="{6FB1C626-2ED3-0FD1-20C6-90D31A5C3CF9}"/>
              </a:ext>
            </a:extLst>
          </p:cNvPr>
          <p:cNvSpPr>
            <a:spLocks noGrp="1"/>
          </p:cNvSpPr>
          <p:nvPr>
            <p:ph type="title"/>
          </p:nvPr>
        </p:nvSpPr>
        <p:spPr>
          <a:xfrm>
            <a:off x="1143000" y="609600"/>
            <a:ext cx="9875838" cy="995363"/>
          </a:xfrm>
        </p:spPr>
        <p:txBody>
          <a:bodyPr/>
          <a:lstStyle/>
          <a:p>
            <a:br>
              <a:rPr lang="en-US" altLang="en-US" sz="4000">
                <a:solidFill>
                  <a:srgbClr val="000000"/>
                </a:solidFill>
                <a:latin typeface="Arial" panose="020B0604020202020204" pitchFamily="34" charset="0"/>
              </a:rPr>
            </a:br>
            <a:br>
              <a:rPr lang="en-US" altLang="en-US" sz="4000">
                <a:solidFill>
                  <a:srgbClr val="000000"/>
                </a:solidFill>
                <a:latin typeface="Arial" panose="020B0604020202020204" pitchFamily="34" charset="0"/>
              </a:rPr>
            </a:br>
            <a:r>
              <a:rPr lang="en-US" altLang="en-US" sz="2400" b="1">
                <a:solidFill>
                  <a:srgbClr val="000000"/>
                </a:solidFill>
                <a:latin typeface="Arial" panose="020B0604020202020204" pitchFamily="34" charset="0"/>
              </a:rPr>
              <a:t>MODELING</a:t>
            </a:r>
            <a:br>
              <a:rPr lang="en-US" altLang="en-US" sz="4000">
                <a:solidFill>
                  <a:srgbClr val="000000"/>
                </a:solidFill>
                <a:latin typeface="Arial" panose="020B0604020202020204" pitchFamily="34" charset="0"/>
              </a:rPr>
            </a:br>
            <a:br>
              <a:rPr lang="en-US" altLang="en-US"/>
            </a:br>
            <a:endParaRPr lang="en-US" altLang="en-US"/>
          </a:p>
        </p:txBody>
      </p:sp>
      <p:sp>
        <p:nvSpPr>
          <p:cNvPr id="53251" name="Content Placeholder 2">
            <a:extLst>
              <a:ext uri="{FF2B5EF4-FFF2-40B4-BE49-F238E27FC236}">
                <a16:creationId xmlns:a16="http://schemas.microsoft.com/office/drawing/2014/main" id="{80049E68-8799-853B-7493-24EA7BFC7151}"/>
              </a:ext>
            </a:extLst>
          </p:cNvPr>
          <p:cNvSpPr>
            <a:spLocks noGrp="1"/>
          </p:cNvSpPr>
          <p:nvPr>
            <p:ph idx="1"/>
          </p:nvPr>
        </p:nvSpPr>
        <p:spPr>
          <a:xfrm>
            <a:off x="1143000" y="1604963"/>
            <a:ext cx="9872663" cy="4511675"/>
          </a:xfrm>
        </p:spPr>
        <p:txBody>
          <a:bodyPr/>
          <a:lstStyle/>
          <a:p>
            <a:pPr marL="44450" indent="0" algn="just">
              <a:lnSpc>
                <a:spcPct val="150000"/>
              </a:lnSpc>
              <a:buFont typeface="Corbel" panose="020B0503020204020204" pitchFamily="34" charset="0"/>
              <a:buNone/>
            </a:pPr>
            <a:r>
              <a:rPr lang="en-US" altLang="en-US" sz="1800">
                <a:latin typeface="Times New Roman" panose="02020603050405020304" pitchFamily="18" charset="0"/>
                <a:cs typeface="Times New Roman" panose="02020603050405020304" pitchFamily="18" charset="0"/>
              </a:rPr>
              <a:t>Splitting Training and Test data sets: The modeling step creates a representative model inferred from the data. The dataset used to create the model, with known attributes and target, is called the training dataset.</a:t>
            </a:r>
          </a:p>
          <a:p>
            <a:pPr marL="44450" indent="0" algn="just">
              <a:lnSpc>
                <a:spcPct val="150000"/>
              </a:lnSpc>
              <a:buFont typeface="Corbel" panose="020B0503020204020204" pitchFamily="34" charset="0"/>
              <a:buNone/>
            </a:pPr>
            <a:r>
              <a:rPr lang="en-US" altLang="en-US" sz="1800">
                <a:latin typeface="Times New Roman" panose="02020603050405020304" pitchFamily="18" charset="0"/>
                <a:cs typeface="Times New Roman" panose="02020603050405020304" pitchFamily="18" charset="0"/>
              </a:rPr>
              <a:t> The validity of the created model will also need to be checked with another known dataset called the test dataset or validation dataset. To facilitate this process, the overall known dataset can be split into a training dataset and a test dataset. A standard rule of thumb is two-thirds of the data are to be used as training and one-third as a test dataset</a:t>
            </a:r>
          </a:p>
          <a:p>
            <a:pPr marL="44450" indent="0" algn="just">
              <a:lnSpc>
                <a:spcPct val="150000"/>
              </a:lnSpc>
              <a:buFont typeface="Corbel" panose="020B0503020204020204" pitchFamily="34" charset="0"/>
              <a:buNone/>
            </a:pPr>
            <a:endParaRPr lang="en-US" altLang="en-US" sz="1800">
              <a:latin typeface="Times New Roman" panose="02020603050405020304" pitchFamily="18" charset="0"/>
              <a:cs typeface="Times New Roman" panose="02020603050405020304"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a:extLst>
              <a:ext uri="{FF2B5EF4-FFF2-40B4-BE49-F238E27FC236}">
                <a16:creationId xmlns:a16="http://schemas.microsoft.com/office/drawing/2014/main" id="{3ED9BDD7-1840-FAD3-B525-9D4397935283}"/>
              </a:ext>
            </a:extLst>
          </p:cNvPr>
          <p:cNvSpPr>
            <a:spLocks noGrp="1"/>
          </p:cNvSpPr>
          <p:nvPr>
            <p:ph type="title"/>
          </p:nvPr>
        </p:nvSpPr>
        <p:spPr/>
        <p:txBody>
          <a:bodyPr/>
          <a:lstStyle/>
          <a:p>
            <a:r>
              <a:rPr lang="en-US" altLang="en-US" sz="2400">
                <a:latin typeface="Arial" panose="020B0604020202020204" pitchFamily="34" charset="0"/>
                <a:cs typeface="Arial" panose="020B0604020202020204" pitchFamily="34" charset="0"/>
              </a:rPr>
              <a:t>Training Set and Test Set </a:t>
            </a:r>
          </a:p>
        </p:txBody>
      </p:sp>
      <p:pic>
        <p:nvPicPr>
          <p:cNvPr id="54275" name="Picture 2">
            <a:extLst>
              <a:ext uri="{FF2B5EF4-FFF2-40B4-BE49-F238E27FC236}">
                <a16:creationId xmlns:a16="http://schemas.microsoft.com/office/drawing/2014/main" id="{1AF8E0EB-2162-A886-1E3A-3BDEBFD47F1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414588" y="2149475"/>
            <a:ext cx="6496050" cy="1943100"/>
          </a:xfrm>
          <a:noFill/>
        </p:spPr>
      </p:pic>
      <p:pic>
        <p:nvPicPr>
          <p:cNvPr id="54276" name="Picture 4">
            <a:extLst>
              <a:ext uri="{FF2B5EF4-FFF2-40B4-BE49-F238E27FC236}">
                <a16:creationId xmlns:a16="http://schemas.microsoft.com/office/drawing/2014/main" id="{4951A453-009C-49F0-001F-94819F951E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4588" y="4278313"/>
            <a:ext cx="6496050" cy="127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a:extLst>
              <a:ext uri="{FF2B5EF4-FFF2-40B4-BE49-F238E27FC236}">
                <a16:creationId xmlns:a16="http://schemas.microsoft.com/office/drawing/2014/main" id="{EC28E598-5081-82DC-B155-951D51ED80B0}"/>
              </a:ext>
            </a:extLst>
          </p:cNvPr>
          <p:cNvSpPr>
            <a:spLocks noGrp="1"/>
          </p:cNvSpPr>
          <p:nvPr>
            <p:ph type="title"/>
          </p:nvPr>
        </p:nvSpPr>
        <p:spPr>
          <a:xfrm>
            <a:off x="1143000" y="609600"/>
            <a:ext cx="9875838" cy="995363"/>
          </a:xfrm>
        </p:spPr>
        <p:txBody>
          <a:bodyPr/>
          <a:lstStyle/>
          <a:p>
            <a:br>
              <a:rPr lang="en-US" altLang="en-US" sz="4000">
                <a:solidFill>
                  <a:srgbClr val="000000"/>
                </a:solidFill>
                <a:latin typeface="Arial" panose="020B0604020202020204" pitchFamily="34" charset="0"/>
              </a:rPr>
            </a:br>
            <a:br>
              <a:rPr lang="en-US" altLang="en-US" sz="4000">
                <a:solidFill>
                  <a:srgbClr val="000000"/>
                </a:solidFill>
                <a:latin typeface="Arial" panose="020B0604020202020204" pitchFamily="34" charset="0"/>
              </a:rPr>
            </a:br>
            <a:r>
              <a:rPr lang="en-US" altLang="en-US" sz="2400" b="1">
                <a:solidFill>
                  <a:srgbClr val="000000"/>
                </a:solidFill>
                <a:latin typeface="Arial" panose="020B0604020202020204" pitchFamily="34" charset="0"/>
              </a:rPr>
              <a:t>MODELING</a:t>
            </a:r>
            <a:br>
              <a:rPr lang="en-US" altLang="en-US" sz="4000">
                <a:solidFill>
                  <a:srgbClr val="000000"/>
                </a:solidFill>
                <a:latin typeface="Arial" panose="020B0604020202020204" pitchFamily="34" charset="0"/>
              </a:rPr>
            </a:br>
            <a:br>
              <a:rPr lang="en-US" altLang="en-US"/>
            </a:br>
            <a:endParaRPr lang="en-US" altLang="en-US"/>
          </a:p>
        </p:txBody>
      </p:sp>
      <p:sp>
        <p:nvSpPr>
          <p:cNvPr id="55299" name="Content Placeholder 2">
            <a:extLst>
              <a:ext uri="{FF2B5EF4-FFF2-40B4-BE49-F238E27FC236}">
                <a16:creationId xmlns:a16="http://schemas.microsoft.com/office/drawing/2014/main" id="{BA4B756D-D309-87B6-6B79-2FFCA6CF2B86}"/>
              </a:ext>
            </a:extLst>
          </p:cNvPr>
          <p:cNvSpPr>
            <a:spLocks noGrp="1"/>
          </p:cNvSpPr>
          <p:nvPr>
            <p:ph idx="1"/>
          </p:nvPr>
        </p:nvSpPr>
        <p:spPr>
          <a:xfrm>
            <a:off x="1143000" y="1604963"/>
            <a:ext cx="9872663" cy="4511675"/>
          </a:xfrm>
        </p:spPr>
        <p:txBody>
          <a:bodyPr/>
          <a:lstStyle/>
          <a:p>
            <a:pPr marL="44450" indent="0" algn="just">
              <a:lnSpc>
                <a:spcPct val="150000"/>
              </a:lnSpc>
              <a:buFont typeface="Corbel" panose="020B0503020204020204" pitchFamily="34" charset="0"/>
              <a:buNone/>
            </a:pPr>
            <a:r>
              <a:rPr lang="en-US" altLang="en-US" sz="1800">
                <a:latin typeface="Times New Roman" panose="02020603050405020304" pitchFamily="18" charset="0"/>
                <a:cs typeface="Times New Roman" panose="02020603050405020304" pitchFamily="18" charset="0"/>
              </a:rPr>
              <a:t>Splitting Training and Test data sets</a:t>
            </a:r>
          </a:p>
          <a:p>
            <a:pPr marL="44450" indent="0" algn="just">
              <a:lnSpc>
                <a:spcPct val="150000"/>
              </a:lnSpc>
              <a:buFont typeface="Corbel" panose="020B0503020204020204" pitchFamily="34" charset="0"/>
              <a:buNone/>
            </a:pPr>
            <a:endParaRPr lang="en-US" altLang="en-US" sz="1800">
              <a:latin typeface="Times New Roman" panose="02020603050405020304" pitchFamily="18" charset="0"/>
              <a:cs typeface="Times New Roman" panose="02020603050405020304" pitchFamily="18" charset="0"/>
            </a:endParaRPr>
          </a:p>
        </p:txBody>
      </p:sp>
      <p:pic>
        <p:nvPicPr>
          <p:cNvPr id="55300" name="Picture 2">
            <a:extLst>
              <a:ext uri="{FF2B5EF4-FFF2-40B4-BE49-F238E27FC236}">
                <a16:creationId xmlns:a16="http://schemas.microsoft.com/office/drawing/2014/main" id="{A0C41B89-A784-22D9-3968-94A2ADD146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7975" y="2198688"/>
            <a:ext cx="4524375" cy="361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01" name="Picture 4">
            <a:extLst>
              <a:ext uri="{FF2B5EF4-FFF2-40B4-BE49-F238E27FC236}">
                <a16:creationId xmlns:a16="http://schemas.microsoft.com/office/drawing/2014/main" id="{69410721-CB55-093D-7A71-574655BC8F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72350" y="4967288"/>
            <a:ext cx="141922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a:extLst>
              <a:ext uri="{FF2B5EF4-FFF2-40B4-BE49-F238E27FC236}">
                <a16:creationId xmlns:a16="http://schemas.microsoft.com/office/drawing/2014/main" id="{7E04AEF5-383A-CA1C-4BC9-E4DE14121D1A}"/>
              </a:ext>
            </a:extLst>
          </p:cNvPr>
          <p:cNvSpPr>
            <a:spLocks noGrp="1"/>
          </p:cNvSpPr>
          <p:nvPr>
            <p:ph type="title"/>
          </p:nvPr>
        </p:nvSpPr>
        <p:spPr>
          <a:xfrm>
            <a:off x="1143000" y="609600"/>
            <a:ext cx="9875838" cy="995363"/>
          </a:xfrm>
        </p:spPr>
        <p:txBody>
          <a:bodyPr/>
          <a:lstStyle/>
          <a:p>
            <a:br>
              <a:rPr lang="en-US" altLang="en-US" sz="4000">
                <a:solidFill>
                  <a:srgbClr val="000000"/>
                </a:solidFill>
                <a:latin typeface="Arial" panose="020B0604020202020204" pitchFamily="34" charset="0"/>
              </a:rPr>
            </a:br>
            <a:br>
              <a:rPr lang="en-US" altLang="en-US" sz="4000">
                <a:solidFill>
                  <a:srgbClr val="000000"/>
                </a:solidFill>
                <a:latin typeface="Arial" panose="020B0604020202020204" pitchFamily="34" charset="0"/>
              </a:rPr>
            </a:br>
            <a:r>
              <a:rPr lang="en-US" altLang="en-US" sz="2400" b="1">
                <a:solidFill>
                  <a:srgbClr val="000000"/>
                </a:solidFill>
                <a:latin typeface="Arial" panose="020B0604020202020204" pitchFamily="34" charset="0"/>
              </a:rPr>
              <a:t>MODELING</a:t>
            </a:r>
            <a:br>
              <a:rPr lang="en-US" altLang="en-US" sz="4000">
                <a:solidFill>
                  <a:srgbClr val="000000"/>
                </a:solidFill>
                <a:latin typeface="Arial" panose="020B0604020202020204" pitchFamily="34" charset="0"/>
              </a:rPr>
            </a:br>
            <a:br>
              <a:rPr lang="en-US" altLang="en-US"/>
            </a:br>
            <a:endParaRPr lang="en-US" altLang="en-US"/>
          </a:p>
        </p:txBody>
      </p:sp>
      <p:pic>
        <p:nvPicPr>
          <p:cNvPr id="56323" name="Picture 2">
            <a:extLst>
              <a:ext uri="{FF2B5EF4-FFF2-40B4-BE49-F238E27FC236}">
                <a16:creationId xmlns:a16="http://schemas.microsoft.com/office/drawing/2014/main" id="{D46AA65D-0312-608A-DC7C-385395FC2CC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617913" y="1655763"/>
            <a:ext cx="4924425" cy="4410075"/>
          </a:xfr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a:extLst>
              <a:ext uri="{FF2B5EF4-FFF2-40B4-BE49-F238E27FC236}">
                <a16:creationId xmlns:a16="http://schemas.microsoft.com/office/drawing/2014/main" id="{8A200178-48AE-311A-372D-E9FC0B83361D}"/>
              </a:ext>
            </a:extLst>
          </p:cNvPr>
          <p:cNvSpPr>
            <a:spLocks noGrp="1"/>
          </p:cNvSpPr>
          <p:nvPr>
            <p:ph type="title"/>
          </p:nvPr>
        </p:nvSpPr>
        <p:spPr>
          <a:xfrm>
            <a:off x="1143000" y="609600"/>
            <a:ext cx="9875838" cy="995363"/>
          </a:xfrm>
        </p:spPr>
        <p:txBody>
          <a:bodyPr/>
          <a:lstStyle/>
          <a:p>
            <a:br>
              <a:rPr lang="en-US" altLang="en-US" sz="4000">
                <a:solidFill>
                  <a:srgbClr val="000000"/>
                </a:solidFill>
                <a:latin typeface="Arial" panose="020B0604020202020204" pitchFamily="34" charset="0"/>
              </a:rPr>
            </a:br>
            <a:br>
              <a:rPr lang="en-US" altLang="en-US" sz="4000">
                <a:solidFill>
                  <a:srgbClr val="000000"/>
                </a:solidFill>
                <a:latin typeface="Arial" panose="020B0604020202020204" pitchFamily="34" charset="0"/>
              </a:rPr>
            </a:br>
            <a:r>
              <a:rPr lang="en-US" altLang="en-US" sz="2400" b="1">
                <a:solidFill>
                  <a:srgbClr val="000000"/>
                </a:solidFill>
                <a:latin typeface="Arial" panose="020B0604020202020204" pitchFamily="34" charset="0"/>
              </a:rPr>
              <a:t>MODELING</a:t>
            </a:r>
            <a:br>
              <a:rPr lang="en-US" altLang="en-US" sz="4000">
                <a:solidFill>
                  <a:srgbClr val="000000"/>
                </a:solidFill>
                <a:latin typeface="Arial" panose="020B0604020202020204" pitchFamily="34" charset="0"/>
              </a:rPr>
            </a:br>
            <a:br>
              <a:rPr lang="en-US" altLang="en-US"/>
            </a:br>
            <a:endParaRPr lang="en-US" altLang="en-US"/>
          </a:p>
        </p:txBody>
      </p:sp>
      <p:sp>
        <p:nvSpPr>
          <p:cNvPr id="57347" name="Content Placeholder 1">
            <a:extLst>
              <a:ext uri="{FF2B5EF4-FFF2-40B4-BE49-F238E27FC236}">
                <a16:creationId xmlns:a16="http://schemas.microsoft.com/office/drawing/2014/main" id="{697576C9-7DFB-4E1E-741A-13EDD8DBF6C7}"/>
              </a:ext>
            </a:extLst>
          </p:cNvPr>
          <p:cNvSpPr>
            <a:spLocks noGrp="1"/>
          </p:cNvSpPr>
          <p:nvPr>
            <p:ph idx="1"/>
          </p:nvPr>
        </p:nvSpPr>
        <p:spPr/>
        <p:txBody>
          <a:bodyPr/>
          <a:lstStyle/>
          <a:p>
            <a:pPr marL="63500" indent="0">
              <a:spcBef>
                <a:spcPts val="638"/>
              </a:spcBef>
              <a:buFont typeface="Corbel" panose="020B0503020204020204" pitchFamily="34" charset="0"/>
              <a:buNone/>
            </a:pPr>
            <a:r>
              <a:rPr lang="en-US" altLang="en-US" sz="1800">
                <a:latin typeface="Times New Roman" panose="02020603050405020304" pitchFamily="18" charset="0"/>
                <a:cs typeface="Times New Roman" panose="02020603050405020304" pitchFamily="18" charset="0"/>
              </a:rPr>
              <a:t>Evaluation of test dataset</a:t>
            </a:r>
          </a:p>
          <a:p>
            <a:pPr marL="63500" indent="0">
              <a:spcBef>
                <a:spcPts val="638"/>
              </a:spcBef>
              <a:buFont typeface="Corbel" panose="020B0503020204020204" pitchFamily="34" charset="0"/>
              <a:buNone/>
            </a:pPr>
            <a:endParaRPr lang="en-US" altLang="en-US"/>
          </a:p>
          <a:p>
            <a:pPr marL="63500" indent="0">
              <a:spcBef>
                <a:spcPts val="638"/>
              </a:spcBef>
              <a:buFont typeface="Corbel" panose="020B0503020204020204" pitchFamily="34" charset="0"/>
              <a:buNone/>
            </a:pPr>
            <a:endParaRPr lang="en-US" altLang="en-US"/>
          </a:p>
        </p:txBody>
      </p:sp>
      <p:pic>
        <p:nvPicPr>
          <p:cNvPr id="57348" name="Picture 3">
            <a:extLst>
              <a:ext uri="{FF2B5EF4-FFF2-40B4-BE49-F238E27FC236}">
                <a16:creationId xmlns:a16="http://schemas.microsoft.com/office/drawing/2014/main" id="{01E2C43E-E1B1-09EA-5A6A-6A818E359D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6088" y="2916238"/>
            <a:ext cx="6219825" cy="151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a:extLst>
              <a:ext uri="{FF2B5EF4-FFF2-40B4-BE49-F238E27FC236}">
                <a16:creationId xmlns:a16="http://schemas.microsoft.com/office/drawing/2014/main" id="{CA08B754-BA0E-87D9-9D45-83FE7F0E73CA}"/>
              </a:ext>
            </a:extLst>
          </p:cNvPr>
          <p:cNvSpPr>
            <a:spLocks noGrp="1"/>
          </p:cNvSpPr>
          <p:nvPr>
            <p:ph type="title"/>
          </p:nvPr>
        </p:nvSpPr>
        <p:spPr>
          <a:xfrm>
            <a:off x="1143000" y="588963"/>
            <a:ext cx="9875838" cy="995362"/>
          </a:xfrm>
        </p:spPr>
        <p:txBody>
          <a:bodyPr/>
          <a:lstStyle/>
          <a:p>
            <a:br>
              <a:rPr lang="en-US" altLang="en-US" sz="4000">
                <a:solidFill>
                  <a:srgbClr val="000000"/>
                </a:solidFill>
                <a:latin typeface="Arial" panose="020B0604020202020204" pitchFamily="34" charset="0"/>
              </a:rPr>
            </a:br>
            <a:br>
              <a:rPr lang="en-US" altLang="en-US" sz="4000">
                <a:solidFill>
                  <a:srgbClr val="000000"/>
                </a:solidFill>
                <a:latin typeface="Arial" panose="020B0604020202020204" pitchFamily="34" charset="0"/>
              </a:rPr>
            </a:br>
            <a:r>
              <a:rPr lang="en-US" altLang="en-US" sz="2400">
                <a:solidFill>
                  <a:srgbClr val="000000"/>
                </a:solidFill>
                <a:latin typeface="Arial" panose="020B0604020202020204" pitchFamily="34" charset="0"/>
              </a:rPr>
              <a:t>Application</a:t>
            </a:r>
            <a:br>
              <a:rPr lang="en-US" altLang="en-US" sz="4000">
                <a:solidFill>
                  <a:srgbClr val="000000"/>
                </a:solidFill>
                <a:latin typeface="Arial" panose="020B0604020202020204" pitchFamily="34" charset="0"/>
              </a:rPr>
            </a:br>
            <a:br>
              <a:rPr lang="en-US" altLang="en-US"/>
            </a:br>
            <a:endParaRPr lang="en-US" altLang="en-US"/>
          </a:p>
        </p:txBody>
      </p:sp>
      <p:sp>
        <p:nvSpPr>
          <p:cNvPr id="2" name="Content Placeholder 1">
            <a:extLst>
              <a:ext uri="{FF2B5EF4-FFF2-40B4-BE49-F238E27FC236}">
                <a16:creationId xmlns:a16="http://schemas.microsoft.com/office/drawing/2014/main" id="{5C314D1E-10F7-C228-1D4B-5EAB7A10E023}"/>
              </a:ext>
            </a:extLst>
          </p:cNvPr>
          <p:cNvSpPr>
            <a:spLocks noGrp="1"/>
          </p:cNvSpPr>
          <p:nvPr>
            <p:ph idx="1"/>
          </p:nvPr>
        </p:nvSpPr>
        <p:spPr/>
        <p:txBody>
          <a:bodyPr/>
          <a:lstStyle/>
          <a:p>
            <a:pPr marL="63500" indent="0">
              <a:spcBef>
                <a:spcPts val="640"/>
              </a:spcBef>
              <a:spcAft>
                <a:spcPts val="0"/>
              </a:spcAft>
              <a:buFont typeface="Corbel" panose="020B0503020204020204" pitchFamily="34" charset="0"/>
              <a:buNone/>
              <a:defRPr/>
            </a:pPr>
            <a:r>
              <a:rPr lang="en-US" sz="1800" dirty="0">
                <a:solidFill>
                  <a:srgbClr val="000000"/>
                </a:solidFill>
                <a:latin typeface="Times New Roman" panose="02020603050405020304" pitchFamily="18" charset="0"/>
                <a:cs typeface="Times New Roman" panose="02020603050405020304" pitchFamily="18" charset="0"/>
              </a:rPr>
              <a:t>Product readiness</a:t>
            </a:r>
            <a:endParaRPr lang="en-US" sz="1800" dirty="0">
              <a:latin typeface="Times New Roman" panose="02020603050405020304" pitchFamily="18" charset="0"/>
              <a:cs typeface="Times New Roman" panose="02020603050405020304" pitchFamily="18" charset="0"/>
            </a:endParaRPr>
          </a:p>
          <a:p>
            <a:pPr marL="63500" indent="0">
              <a:spcBef>
                <a:spcPts val="640"/>
              </a:spcBef>
              <a:spcAft>
                <a:spcPts val="0"/>
              </a:spcAft>
              <a:buFont typeface="Corbel" panose="020B0503020204020204" pitchFamily="34" charset="0"/>
              <a:buNone/>
              <a:defRPr/>
            </a:pPr>
            <a:r>
              <a:rPr lang="en-US" sz="1800" dirty="0">
                <a:solidFill>
                  <a:srgbClr val="000000"/>
                </a:solidFill>
                <a:latin typeface="Times New Roman" panose="02020603050405020304" pitchFamily="18" charset="0"/>
                <a:cs typeface="Times New Roman" panose="02020603050405020304" pitchFamily="18" charset="0"/>
              </a:rPr>
              <a:t>Technical integration</a:t>
            </a:r>
            <a:endParaRPr lang="en-US" sz="1800" dirty="0">
              <a:latin typeface="Times New Roman" panose="02020603050405020304" pitchFamily="18" charset="0"/>
              <a:cs typeface="Times New Roman" panose="02020603050405020304" pitchFamily="18" charset="0"/>
            </a:endParaRPr>
          </a:p>
          <a:p>
            <a:pPr marL="63500" indent="0">
              <a:spcBef>
                <a:spcPts val="640"/>
              </a:spcBef>
              <a:spcAft>
                <a:spcPts val="0"/>
              </a:spcAft>
              <a:buFont typeface="Corbel" panose="020B0503020204020204" pitchFamily="34" charset="0"/>
              <a:buNone/>
              <a:defRPr/>
            </a:pPr>
            <a:r>
              <a:rPr lang="en-US" sz="1800" dirty="0">
                <a:solidFill>
                  <a:srgbClr val="000000"/>
                </a:solidFill>
                <a:latin typeface="Times New Roman" panose="02020603050405020304" pitchFamily="18" charset="0"/>
                <a:cs typeface="Times New Roman" panose="02020603050405020304" pitchFamily="18" charset="0"/>
              </a:rPr>
              <a:t>Model response time</a:t>
            </a:r>
            <a:endParaRPr lang="en-US" sz="1800" dirty="0">
              <a:latin typeface="Times New Roman" panose="02020603050405020304" pitchFamily="18" charset="0"/>
              <a:cs typeface="Times New Roman" panose="02020603050405020304" pitchFamily="18" charset="0"/>
            </a:endParaRPr>
          </a:p>
          <a:p>
            <a:pPr marL="63500" indent="0">
              <a:spcBef>
                <a:spcPts val="640"/>
              </a:spcBef>
              <a:spcAft>
                <a:spcPts val="0"/>
              </a:spcAft>
              <a:buFont typeface="Corbel" panose="020B0503020204020204" pitchFamily="34" charset="0"/>
              <a:buNone/>
              <a:defRPr/>
            </a:pPr>
            <a:r>
              <a:rPr lang="en-US" sz="1800" dirty="0">
                <a:solidFill>
                  <a:srgbClr val="000000"/>
                </a:solidFill>
                <a:latin typeface="Times New Roman" panose="02020603050405020304" pitchFamily="18" charset="0"/>
                <a:cs typeface="Times New Roman" panose="02020603050405020304" pitchFamily="18" charset="0"/>
              </a:rPr>
              <a:t>Remodeling</a:t>
            </a:r>
            <a:endParaRPr lang="en-US" sz="1800" dirty="0">
              <a:latin typeface="Times New Roman" panose="02020603050405020304" pitchFamily="18" charset="0"/>
              <a:cs typeface="Times New Roman" panose="02020603050405020304" pitchFamily="18" charset="0"/>
            </a:endParaRPr>
          </a:p>
          <a:p>
            <a:pPr marL="63500" indent="0">
              <a:spcBef>
                <a:spcPts val="640"/>
              </a:spcBef>
              <a:spcAft>
                <a:spcPts val="0"/>
              </a:spcAft>
              <a:buFont typeface="Corbel" panose="020B0503020204020204" pitchFamily="34" charset="0"/>
              <a:buNone/>
              <a:defRPr/>
            </a:pPr>
            <a:r>
              <a:rPr lang="en-US" sz="1800" dirty="0">
                <a:solidFill>
                  <a:srgbClr val="000000"/>
                </a:solidFill>
                <a:latin typeface="Times New Roman" panose="02020603050405020304" pitchFamily="18" charset="0"/>
                <a:cs typeface="Times New Roman" panose="02020603050405020304" pitchFamily="18" charset="0"/>
              </a:rPr>
              <a:t>Assimilation</a:t>
            </a:r>
            <a:endParaRPr lang="en-US" sz="1800" dirty="0">
              <a:latin typeface="Times New Roman" panose="02020603050405020304" pitchFamily="18" charset="0"/>
              <a:cs typeface="Times New Roman" panose="02020603050405020304" pitchFamily="18" charset="0"/>
            </a:endParaRPr>
          </a:p>
          <a:p>
            <a:pPr marL="46037" indent="0">
              <a:buFont typeface="Corbel" panose="020B0503020204020204" pitchFamily="34" charset="0"/>
              <a:buNone/>
              <a:defRPr/>
            </a:pPr>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a:extLst>
              <a:ext uri="{FF2B5EF4-FFF2-40B4-BE49-F238E27FC236}">
                <a16:creationId xmlns:a16="http://schemas.microsoft.com/office/drawing/2014/main" id="{6F9F5E74-EEE2-12E1-4605-80BE477EC7BD}"/>
              </a:ext>
            </a:extLst>
          </p:cNvPr>
          <p:cNvSpPr>
            <a:spLocks noGrp="1"/>
          </p:cNvSpPr>
          <p:nvPr>
            <p:ph type="title"/>
          </p:nvPr>
        </p:nvSpPr>
        <p:spPr>
          <a:xfrm>
            <a:off x="1143000" y="588963"/>
            <a:ext cx="9875838" cy="995362"/>
          </a:xfrm>
        </p:spPr>
        <p:txBody>
          <a:bodyPr/>
          <a:lstStyle/>
          <a:p>
            <a:br>
              <a:rPr lang="en-US" altLang="en-US" sz="4000">
                <a:solidFill>
                  <a:srgbClr val="000000"/>
                </a:solidFill>
                <a:latin typeface="Arial" panose="020B0604020202020204" pitchFamily="34" charset="0"/>
              </a:rPr>
            </a:br>
            <a:br>
              <a:rPr lang="en-US" altLang="en-US" sz="4000">
                <a:solidFill>
                  <a:srgbClr val="000000"/>
                </a:solidFill>
                <a:latin typeface="Arial" panose="020B0604020202020204" pitchFamily="34" charset="0"/>
              </a:rPr>
            </a:br>
            <a:r>
              <a:rPr lang="en-US" altLang="en-US" sz="2400">
                <a:solidFill>
                  <a:srgbClr val="000000"/>
                </a:solidFill>
                <a:latin typeface="Arial" panose="020B0604020202020204" pitchFamily="34" charset="0"/>
              </a:rPr>
              <a:t>Knowledge</a:t>
            </a:r>
            <a:br>
              <a:rPr lang="en-US" altLang="en-US" sz="4000">
                <a:solidFill>
                  <a:srgbClr val="000000"/>
                </a:solidFill>
                <a:latin typeface="Arial" panose="020B0604020202020204" pitchFamily="34" charset="0"/>
              </a:rPr>
            </a:br>
            <a:br>
              <a:rPr lang="en-US" altLang="en-US"/>
            </a:br>
            <a:endParaRPr lang="en-US" altLang="en-US"/>
          </a:p>
        </p:txBody>
      </p:sp>
      <p:sp>
        <p:nvSpPr>
          <p:cNvPr id="2" name="Content Placeholder 1">
            <a:extLst>
              <a:ext uri="{FF2B5EF4-FFF2-40B4-BE49-F238E27FC236}">
                <a16:creationId xmlns:a16="http://schemas.microsoft.com/office/drawing/2014/main" id="{B1C41539-7785-3E25-5533-B1BF9C479A5F}"/>
              </a:ext>
            </a:extLst>
          </p:cNvPr>
          <p:cNvSpPr>
            <a:spLocks noGrp="1"/>
          </p:cNvSpPr>
          <p:nvPr>
            <p:ph idx="1"/>
          </p:nvPr>
        </p:nvSpPr>
        <p:spPr/>
        <p:txBody>
          <a:bodyPr/>
          <a:lstStyle/>
          <a:p>
            <a:pPr marL="63500" indent="0">
              <a:spcBef>
                <a:spcPts val="640"/>
              </a:spcBef>
              <a:spcAft>
                <a:spcPts val="0"/>
              </a:spcAft>
              <a:buFont typeface="Corbel" panose="020B0503020204020204" pitchFamily="34" charset="0"/>
              <a:buNone/>
              <a:defRPr/>
            </a:pPr>
            <a:r>
              <a:rPr lang="en-US" sz="1800" dirty="0">
                <a:solidFill>
                  <a:srgbClr val="000000"/>
                </a:solidFill>
                <a:latin typeface="Times New Roman" panose="02020603050405020304" pitchFamily="18" charset="0"/>
                <a:cs typeface="Times New Roman" panose="02020603050405020304" pitchFamily="18" charset="0"/>
              </a:rPr>
              <a:t>Posterior knowledge</a:t>
            </a:r>
            <a:endParaRPr lang="en-US" dirty="0">
              <a:latin typeface="Times New Roman" panose="02020603050405020304" pitchFamily="18" charset="0"/>
              <a:cs typeface="Times New Roman" panose="02020603050405020304" pitchFamily="18" charset="0"/>
            </a:endParaRPr>
          </a:p>
          <a:p>
            <a:pPr marL="46037" indent="0">
              <a:buFont typeface="Corbel" panose="020B0503020204020204" pitchFamily="34" charset="0"/>
              <a:buNone/>
              <a:defRPr/>
            </a:pPr>
            <a:endParaRPr lang="en-US" dirty="0"/>
          </a:p>
        </p:txBody>
      </p:sp>
    </p:spTree>
  </p:cSld>
  <p:clrMapOvr>
    <a:masterClrMapping/>
  </p:clrMapOvr>
</p:sld>
</file>

<file path=ppt/theme/theme1.xml><?xml version="1.0" encoding="utf-8"?>
<a:theme xmlns:a="http://schemas.openxmlformats.org/drawingml/2006/main" name="Basis">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ACC63D00-1EE0-4159-BF5A-6FF02000B71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39705</TotalTime>
  <Words>2990</Words>
  <Application>Microsoft Office PowerPoint</Application>
  <PresentationFormat>Widescreen</PresentationFormat>
  <Paragraphs>214</Paragraphs>
  <Slides>48</Slides>
  <Notes>6</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48</vt:i4>
      </vt:variant>
    </vt:vector>
  </HeadingPairs>
  <TitlesOfParts>
    <vt:vector size="59" baseType="lpstr">
      <vt:lpstr>Calibri</vt:lpstr>
      <vt:lpstr>Arial</vt:lpstr>
      <vt:lpstr>Corbel</vt:lpstr>
      <vt:lpstr>Times New Roman</vt:lpstr>
      <vt:lpstr>Nunito</vt:lpstr>
      <vt:lpstr>Wingdings</vt:lpstr>
      <vt:lpstr>NewBaskerville-Roman</vt:lpstr>
      <vt:lpstr>AdvOT260e5629</vt:lpstr>
      <vt:lpstr>sohne</vt:lpstr>
      <vt:lpstr>Roboto</vt:lpstr>
      <vt:lpstr>Basis</vt:lpstr>
      <vt:lpstr>Chapter 2</vt:lpstr>
      <vt:lpstr>PowerPoint Presentation</vt:lpstr>
      <vt:lpstr>Example</vt:lpstr>
      <vt:lpstr>CRISP Data Mining Framework</vt:lpstr>
      <vt:lpstr>CRISP Data Mining Framework</vt:lpstr>
      <vt:lpstr>Data Science Process</vt:lpstr>
      <vt:lpstr>Prior Knowledge</vt:lpstr>
      <vt:lpstr>Objective of the problem </vt:lpstr>
      <vt:lpstr>Subject area of the problem</vt:lpstr>
      <vt:lpstr>Data</vt:lpstr>
      <vt:lpstr>Data Types</vt:lpstr>
      <vt:lpstr>Data Types</vt:lpstr>
      <vt:lpstr>Learning Methods</vt:lpstr>
      <vt:lpstr>Learning Methods</vt:lpstr>
      <vt:lpstr>Learning Methods</vt:lpstr>
      <vt:lpstr>Learning Methods</vt:lpstr>
      <vt:lpstr>Learning Methods</vt:lpstr>
      <vt:lpstr>PowerPoint Presentation</vt:lpstr>
      <vt:lpstr>PowerPoint Presentation</vt:lpstr>
      <vt:lpstr>Data Preparation</vt:lpstr>
      <vt:lpstr>Data Exploration</vt:lpstr>
      <vt:lpstr>Data Exploration</vt:lpstr>
      <vt:lpstr>Data Quality</vt:lpstr>
      <vt:lpstr>Why Data Correctness is Important ?</vt:lpstr>
      <vt:lpstr>PowerPoint Presentation</vt:lpstr>
      <vt:lpstr>PowerPoint Presentation</vt:lpstr>
      <vt:lpstr>  Missing Values  </vt:lpstr>
      <vt:lpstr>  Methods to Handle Missing Values  </vt:lpstr>
      <vt:lpstr>  Discard Instances   </vt:lpstr>
      <vt:lpstr>   Replace by Most Frequent/Average Value    </vt:lpstr>
      <vt:lpstr>   Noisy Values    </vt:lpstr>
      <vt:lpstr>   Invalid Values    </vt:lpstr>
      <vt:lpstr>   Data types and  Conversion  </vt:lpstr>
      <vt:lpstr>  Transformation  </vt:lpstr>
      <vt:lpstr>  Transformation  </vt:lpstr>
      <vt:lpstr>  Outliers  </vt:lpstr>
      <vt:lpstr>  Feature Selection  </vt:lpstr>
      <vt:lpstr>  Feature Selection  </vt:lpstr>
      <vt:lpstr>  Feature Selection  </vt:lpstr>
      <vt:lpstr>  Data Sampling  </vt:lpstr>
      <vt:lpstr>  MODELING  </vt:lpstr>
      <vt:lpstr>  MODELING  </vt:lpstr>
      <vt:lpstr>Training Set and Test Set </vt:lpstr>
      <vt:lpstr>  MODELING  </vt:lpstr>
      <vt:lpstr>  MODELING  </vt:lpstr>
      <vt:lpstr>  MODELING  </vt:lpstr>
      <vt:lpstr>  Application  </vt:lpstr>
      <vt:lpstr>  Knowledge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Data Mining</dc:title>
  <dc:creator>HP</dc:creator>
  <cp:lastModifiedBy>Supta Richard Philip</cp:lastModifiedBy>
  <cp:revision>464</cp:revision>
  <dcterms:created xsi:type="dcterms:W3CDTF">2016-09-26T17:30:27Z</dcterms:created>
  <dcterms:modified xsi:type="dcterms:W3CDTF">2026-02-08T12:25:41Z</dcterms:modified>
</cp:coreProperties>
</file>